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slideLayouts/slideLayout3.xml" ContentType="application/vnd.openxmlformats-officedocument.presentationml.slideLayout+xml"/>
  <Override PartName="/ppt/theme/theme3.xml" ContentType="application/vnd.openxmlformats-officedocument.theme+xml"/>
  <Override PartName="/ppt/slideLayouts/slideLayout4.xml" ContentType="application/vnd.openxmlformats-officedocument.presentationml.slideLayout+xml"/>
  <Override PartName="/ppt/theme/theme4.xml" ContentType="application/vnd.openxmlformats-officedocument.theme+xml"/>
  <Override PartName="/ppt/slideLayouts/slideLayout5.xml" ContentType="application/vnd.openxmlformats-officedocument.presentationml.slideLayout+xml"/>
  <Override PartName="/ppt/theme/theme5.xml" ContentType="application/vnd.openxmlformats-officedocument.theme+xml"/>
  <Override PartName="/ppt/slideLayouts/slideLayout6.xml" ContentType="application/vnd.openxmlformats-officedocument.presentationml.slideLayout+xml"/>
  <Override PartName="/ppt/theme/theme6.xml" ContentType="application/vnd.openxmlformats-officedocument.theme+xml"/>
  <Override PartName="/ppt/slideLayouts/slideLayout7.xml" ContentType="application/vnd.openxmlformats-officedocument.presentationml.slideLayout+xml"/>
  <Override PartName="/ppt/theme/theme7.xml" ContentType="application/vnd.openxmlformats-officedocument.theme+xml"/>
  <Override PartName="/ppt/slideLayouts/slideLayout8.xml" ContentType="application/vnd.openxmlformats-officedocument.presentationml.slideLayout+xml"/>
  <Override PartName="/ppt/theme/theme8.xml" ContentType="application/vnd.openxmlformats-officedocument.theme+xml"/>
  <Override PartName="/ppt/slideLayouts/slideLayout9.xml" ContentType="application/vnd.openxmlformats-officedocument.presentationml.slideLayout+xml"/>
  <Override PartName="/ppt/theme/theme9.xml" ContentType="application/vnd.openxmlformats-officedocument.theme+xml"/>
  <Override PartName="/ppt/slideLayouts/slideLayout10.xml" ContentType="application/vnd.openxmlformats-officedocument.presentationml.slideLayout+xml"/>
  <Override PartName="/ppt/theme/theme10.xml" ContentType="application/vnd.openxmlformats-officedocument.theme+xml"/>
  <Override PartName="/ppt/slideLayouts/slideLayout11.xml" ContentType="application/vnd.openxmlformats-officedocument.presentationml.slideLayout+xml"/>
  <Override PartName="/ppt/theme/theme11.xml" ContentType="application/vnd.openxmlformats-officedocument.theme+xml"/>
  <Override PartName="/ppt/slideLayouts/slideLayout12.xml" ContentType="application/vnd.openxmlformats-officedocument.presentationml.slideLayout+xml"/>
  <Override PartName="/ppt/theme/theme1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0" r:id="rId2"/>
    <p:sldMasterId id="2147483652" r:id="rId3"/>
    <p:sldMasterId id="2147483654" r:id="rId4"/>
    <p:sldMasterId id="2147483656" r:id="rId5"/>
    <p:sldMasterId id="2147483658" r:id="rId6"/>
    <p:sldMasterId id="2147483660" r:id="rId7"/>
    <p:sldMasterId id="2147483662" r:id="rId8"/>
    <p:sldMasterId id="2147483664" r:id="rId9"/>
    <p:sldMasterId id="2147483666" r:id="rId10"/>
    <p:sldMasterId id="2147483668" r:id="rId11"/>
    <p:sldMasterId id="2147483670" r:id="rId12"/>
  </p:sldMasterIdLst>
  <p:sldIdLst>
    <p:sldId id="256" r:id="rId13"/>
    <p:sldId id="257" r:id="rId14"/>
    <p:sldId id="258" r:id="rId15"/>
    <p:sldId id="259" r:id="rId16"/>
    <p:sldId id="260" r:id="rId17"/>
    <p:sldId id="261" r:id="rId18"/>
    <p:sldId id="262" r:id="rId19"/>
    <p:sldId id="263" r:id="rId20"/>
  </p:sldIdLst>
  <p:sldSz cx="9144000" cy="6858000" type="screen4x3"/>
  <p:notesSz cx="7772400" cy="10058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7" d="100"/>
          <a:sy n="107" d="100"/>
        </p:scale>
        <p:origin x="1728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8.xml"/><Relationship Id="rId13" Type="http://schemas.openxmlformats.org/officeDocument/2006/relationships/slide" Target="slides/slide1.xml"/><Relationship Id="rId18" Type="http://schemas.openxmlformats.org/officeDocument/2006/relationships/slide" Target="slides/slide6.xml"/><Relationship Id="rId3" Type="http://schemas.openxmlformats.org/officeDocument/2006/relationships/slideMaster" Target="slideMasters/slideMaster3.xml"/><Relationship Id="rId21" Type="http://schemas.openxmlformats.org/officeDocument/2006/relationships/presProps" Target="presProps.xml"/><Relationship Id="rId7" Type="http://schemas.openxmlformats.org/officeDocument/2006/relationships/slideMaster" Target="slideMasters/slideMaster7.xml"/><Relationship Id="rId12" Type="http://schemas.openxmlformats.org/officeDocument/2006/relationships/slideMaster" Target="slideMasters/slideMaster12.xml"/><Relationship Id="rId1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4.xml"/><Relationship Id="rId20" Type="http://schemas.openxmlformats.org/officeDocument/2006/relationships/slide" Target="slides/slide8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Master" Target="slideMasters/slideMaster11.xml"/><Relationship Id="rId24" Type="http://schemas.openxmlformats.org/officeDocument/2006/relationships/tableStyles" Target="tableStyles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3.xml"/><Relationship Id="rId23" Type="http://schemas.openxmlformats.org/officeDocument/2006/relationships/theme" Target="theme/theme1.xml"/><Relationship Id="rId10" Type="http://schemas.openxmlformats.org/officeDocument/2006/relationships/slideMaster" Target="slideMasters/slideMaster10.xml"/><Relationship Id="rId19" Type="http://schemas.openxmlformats.org/officeDocument/2006/relationships/slide" Target="slides/slide7.xml"/><Relationship Id="rId4" Type="http://schemas.openxmlformats.org/officeDocument/2006/relationships/slideMaster" Target="slideMasters/slideMaster4.xml"/><Relationship Id="rId9" Type="http://schemas.openxmlformats.org/officeDocument/2006/relationships/slideMaster" Target="slideMasters/slideMaster9.xml"/><Relationship Id="rId14" Type="http://schemas.openxmlformats.org/officeDocument/2006/relationships/slide" Target="slides/slide2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2_Titolo, testo e immag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1"/>
          </p:nvPr>
        </p:nvSpPr>
        <p:spPr/>
        <p:txBody>
          <a:bodyPr/>
          <a:lstStyle/>
          <a:p>
            <a:fld id="{B55FCE85-DABD-4371-A788-5810EF7CE002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Titolo, testo e immag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EEDC7C4F-CA1B-4824-BE8D-E8DAC19DFCF8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Diapositiva f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Intestazione sezione + sotto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olo, sottotitolo e tes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54969D44-D383-4470-9C02-A337FD10595C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olo e tes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4"/>
          </p:nvPr>
        </p:nvSpPr>
        <p:spPr/>
        <p:txBody>
          <a:bodyPr/>
          <a:lstStyle/>
          <a:p>
            <a:fld id="{139B9691-6FDD-4FC0-8D34-89023691B6AA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olo e immag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fld id="{7B6F3FF1-41CC-4487-BBA9-4BDA7F12B7C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4DAAB7B2-2A86-4F15-BB7A-36F7DE4D43E5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olo, testo e immag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7"/>
          </p:nvPr>
        </p:nvSpPr>
        <p:spPr/>
        <p:txBody>
          <a:bodyPr/>
          <a:lstStyle/>
          <a:p>
            <a:fld id="{7B406369-E6FF-42C4-A0E1-08463F23BF7C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3_Titolo, testo e immag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8"/>
          </p:nvPr>
        </p:nvSpPr>
        <p:spPr/>
        <p:txBody>
          <a:bodyPr/>
          <a:lstStyle/>
          <a:p>
            <a:fld id="{5C19F85F-008B-41FC-AC4F-4B6CA9F8DF4A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3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4.xml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5.xml"/></Relationships>
</file>

<file path=ppt/slideMasters/_rels/slideMaster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theme" Target="../theme/theme6.xml"/><Relationship Id="rId1" Type="http://schemas.openxmlformats.org/officeDocument/2006/relationships/slideLayout" Target="../slideLayouts/slideLayout6.xml"/></Relationships>
</file>

<file path=ppt/slideMasters/_rels/slideMaster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theme" Target="../theme/theme7.xml"/><Relationship Id="rId1" Type="http://schemas.openxmlformats.org/officeDocument/2006/relationships/slideLayout" Target="../slideLayouts/slideLayout7.xml"/></Relationships>
</file>

<file path=ppt/slideMasters/_rels/slideMaster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theme" Target="../theme/theme8.xml"/><Relationship Id="rId1" Type="http://schemas.openxmlformats.org/officeDocument/2006/relationships/slideLayout" Target="../slideLayouts/slideLayout8.xml"/></Relationships>
</file>

<file path=ppt/slideMasters/_rels/slideMaster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theme" Target="../theme/theme9.xml"/><Relationship Id="rId1" Type="http://schemas.openxmlformats.org/officeDocument/2006/relationships/slideLayout" Target="../slideLayouts/slideLayout9.xml"/></Relationships>
</file>

<file path=ppt/slideMasters/_rels/slideMaster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theme" Target="../theme/theme10.xml"/><Relationship Id="rId1" Type="http://schemas.openxmlformats.org/officeDocument/2006/relationships/slideLayout" Target="../slideLayouts/slideLayout10.xml"/></Relationships>
</file>

<file path=ppt/slideMasters/_rels/slideMaster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theme" Target="../theme/theme11.xml"/><Relationship Id="rId1" Type="http://schemas.openxmlformats.org/officeDocument/2006/relationships/slideLayout" Target="../slideLayouts/slideLayout11.xml"/></Relationships>
</file>

<file path=ppt/slideMasters/_rels/slideMaster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theme" Target="../theme/theme1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4" descr="A close up of a sign&#10;&#10;Description automatically generated"/>
          <p:cNvPicPr/>
          <p:nvPr/>
        </p:nvPicPr>
        <p:blipFill>
          <a:blip r:embed="rId3"/>
          <a:stretch/>
        </p:blipFill>
        <p:spPr>
          <a:xfrm>
            <a:off x="646560" y="621720"/>
            <a:ext cx="2629800" cy="789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644400" y="1613160"/>
            <a:ext cx="7825680" cy="20991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/>
          </a:bodyPr>
          <a:lstStyle/>
          <a:p>
            <a:pPr indent="0" defTabSz="685800">
              <a:lnSpc>
                <a:spcPct val="100000"/>
              </a:lnSpc>
              <a:buNone/>
            </a:pPr>
            <a:r>
              <a:rPr lang="it-IT" sz="3200" b="1" u="none" strike="noStrike">
                <a:solidFill>
                  <a:srgbClr val="DC5959"/>
                </a:solidFill>
                <a:uFillTx/>
                <a:latin typeface="Roboto Slab"/>
                <a:ea typeface="Roboto Slab"/>
              </a:rPr>
              <a:t>Fare clic per modificare il titolo delle slide</a:t>
            </a:r>
            <a:endParaRPr lang="it-IT" sz="3200" b="0" u="none" strike="noStrike">
              <a:solidFill>
                <a:schemeClr val="dk1"/>
              </a:solidFill>
              <a:uFillTx/>
              <a:latin typeface="Verdan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644040" y="4091400"/>
            <a:ext cx="7825680" cy="748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lstStyle/>
          <a:p>
            <a:pPr indent="0" defTabSz="685800">
              <a:lnSpc>
                <a:spcPct val="90000"/>
              </a:lnSpc>
              <a:spcBef>
                <a:spcPts val="751"/>
              </a:spcBef>
              <a:buNone/>
              <a:tabLst>
                <a:tab pos="0" algn="l"/>
              </a:tabLst>
            </a:pPr>
            <a:r>
              <a:rPr lang="it-IT" sz="2400" b="0" u="none" strike="noStrike">
                <a:solidFill>
                  <a:schemeClr val="dk1"/>
                </a:solidFill>
                <a:uFillTx/>
                <a:latin typeface="Roboto Slab"/>
                <a:ea typeface="Roboto Slab"/>
              </a:rPr>
              <a:t>Fare clic per modificare il sottotitolo delle slide</a:t>
            </a:r>
            <a:endParaRPr lang="it-IT" sz="2400" b="0" u="none" strike="noStrike">
              <a:solidFill>
                <a:schemeClr val="dk1">
                  <a:lumMod val="65000"/>
                  <a:lumOff val="35000"/>
                </a:schemeClr>
              </a:solidFill>
              <a:uFillTx/>
              <a:latin typeface="Fira Sans Medium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ceHolder 1"/>
          <p:cNvSpPr>
            <a:spLocks noGrp="1"/>
          </p:cNvSpPr>
          <p:nvPr>
            <p:ph type="body"/>
          </p:nvPr>
        </p:nvSpPr>
        <p:spPr>
          <a:xfrm>
            <a:off x="630000" y="2511360"/>
            <a:ext cx="3793320" cy="366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lstStyle/>
          <a:p>
            <a:pPr indent="0" defTabSz="685800">
              <a:lnSpc>
                <a:spcPct val="90000"/>
              </a:lnSpc>
              <a:spcBef>
                <a:spcPts val="751"/>
              </a:spcBef>
              <a:buNone/>
              <a:tabLst>
                <a:tab pos="0" algn="l"/>
              </a:tabLst>
            </a:pPr>
            <a:r>
              <a:rPr lang="it-IT" sz="1400" b="0" u="none" strike="noStrike">
                <a:solidFill>
                  <a:schemeClr val="dk1">
                    <a:lumMod val="65000"/>
                    <a:lumOff val="35000"/>
                  </a:schemeClr>
                </a:solidFill>
                <a:uFillTx/>
                <a:latin typeface="Fira Sans Medium"/>
              </a:rPr>
              <a:t>Fare clic per modificare gli stili del testo dello schema</a:t>
            </a:r>
          </a:p>
        </p:txBody>
      </p:sp>
      <p:sp>
        <p:nvSpPr>
          <p:cNvPr id="4" name="PlaceHolder 2"/>
          <p:cNvSpPr>
            <a:spLocks noGrp="1"/>
          </p:cNvSpPr>
          <p:nvPr>
            <p:ph type="body"/>
          </p:nvPr>
        </p:nvSpPr>
        <p:spPr>
          <a:xfrm>
            <a:off x="4720320" y="2511360"/>
            <a:ext cx="3793320" cy="366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lstStyle/>
          <a:p>
            <a:pPr indent="0" defTabSz="685800">
              <a:lnSpc>
                <a:spcPct val="90000"/>
              </a:lnSpc>
              <a:spcBef>
                <a:spcPts val="751"/>
              </a:spcBef>
              <a:buNone/>
              <a:tabLst>
                <a:tab pos="0" algn="l"/>
              </a:tabLst>
            </a:pPr>
            <a:r>
              <a:rPr lang="it-IT" sz="1400" b="0" u="none" strike="noStrike">
                <a:solidFill>
                  <a:schemeClr val="dk1">
                    <a:lumMod val="65000"/>
                    <a:lumOff val="35000"/>
                  </a:schemeClr>
                </a:solidFill>
                <a:uFillTx/>
                <a:latin typeface="Fira Sans Medium"/>
              </a:rPr>
              <a:t>Fare clic per modificare gli stili del testo dello schema</a:t>
            </a:r>
          </a:p>
        </p:txBody>
      </p:sp>
      <p:sp>
        <p:nvSpPr>
          <p:cNvPr id="5" name="PlaceHolder 3"/>
          <p:cNvSpPr>
            <a:spLocks noGrp="1"/>
          </p:cNvSpPr>
          <p:nvPr>
            <p:ph type="body"/>
          </p:nvPr>
        </p:nvSpPr>
        <p:spPr>
          <a:xfrm>
            <a:off x="628560" y="1551600"/>
            <a:ext cx="3793320" cy="761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lstStyle/>
          <a:p>
            <a:pPr indent="0" defTabSz="685800">
              <a:lnSpc>
                <a:spcPct val="90000"/>
              </a:lnSpc>
              <a:spcBef>
                <a:spcPts val="751"/>
              </a:spcBef>
              <a:buNone/>
              <a:tabLst>
                <a:tab pos="0" algn="l"/>
              </a:tabLst>
            </a:pPr>
            <a:r>
              <a:rPr lang="en-GB" sz="1800" b="1" u="none" strike="noStrike">
                <a:solidFill>
                  <a:srgbClr val="DC5959"/>
                </a:solidFill>
                <a:uFillTx/>
                <a:latin typeface="Roboto Slab"/>
                <a:ea typeface="Roboto Slab"/>
              </a:rPr>
              <a:t>Fare clic per modificare il sottotitolo</a:t>
            </a:r>
            <a:endParaRPr lang="it-IT" sz="1800" b="0" u="none" strike="noStrike">
              <a:solidFill>
                <a:schemeClr val="dk1">
                  <a:lumMod val="65000"/>
                  <a:lumOff val="35000"/>
                </a:schemeClr>
              </a:solidFill>
              <a:uFillTx/>
              <a:latin typeface="Fira Sans Medium"/>
            </a:endParaRPr>
          </a:p>
        </p:txBody>
      </p:sp>
      <p:sp>
        <p:nvSpPr>
          <p:cNvPr id="6" name="PlaceHolder 4"/>
          <p:cNvSpPr>
            <a:spLocks noGrp="1"/>
          </p:cNvSpPr>
          <p:nvPr>
            <p:ph type="body"/>
          </p:nvPr>
        </p:nvSpPr>
        <p:spPr>
          <a:xfrm>
            <a:off x="4720320" y="1551600"/>
            <a:ext cx="3793320" cy="761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lstStyle/>
          <a:p>
            <a:pPr indent="0" defTabSz="685800">
              <a:lnSpc>
                <a:spcPct val="90000"/>
              </a:lnSpc>
              <a:spcBef>
                <a:spcPts val="751"/>
              </a:spcBef>
              <a:buNone/>
              <a:tabLst>
                <a:tab pos="0" algn="l"/>
              </a:tabLst>
            </a:pPr>
            <a:r>
              <a:rPr lang="en-GB" sz="1800" b="1" u="none" strike="noStrike">
                <a:solidFill>
                  <a:srgbClr val="DC5959"/>
                </a:solidFill>
                <a:uFillTx/>
                <a:latin typeface="Roboto Slab"/>
                <a:ea typeface="Roboto Slab"/>
              </a:rPr>
              <a:t>Fare clic per modificare il sottotitolo</a:t>
            </a:r>
            <a:endParaRPr lang="it-IT" sz="1800" b="0" u="none" strike="noStrike">
              <a:solidFill>
                <a:schemeClr val="dk1">
                  <a:lumMod val="65000"/>
                  <a:lumOff val="35000"/>
                </a:schemeClr>
              </a:solidFill>
              <a:uFillTx/>
              <a:latin typeface="Fira Sans Medium"/>
            </a:endParaRPr>
          </a:p>
        </p:txBody>
      </p:sp>
      <p:sp>
        <p:nvSpPr>
          <p:cNvPr id="7" name="PlaceHolder 5"/>
          <p:cNvSpPr>
            <a:spLocks noGrp="1"/>
          </p:cNvSpPr>
          <p:nvPr>
            <p:ph type="sldNum" idx="1"/>
          </p:nvPr>
        </p:nvSpPr>
        <p:spPr>
          <a:xfrm>
            <a:off x="6458040" y="6356520"/>
            <a:ext cx="20570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it-IT" sz="820" b="0" u="none" strike="noStrike">
                <a:solidFill>
                  <a:schemeClr val="lt1">
                    <a:lumMod val="75000"/>
                  </a:schemeClr>
                </a:solidFill>
                <a:uFillTx/>
                <a:latin typeface="Fira Sans Medium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FD818D4-1120-4BC4-A241-7185FDF73E89}" type="slidenum">
              <a:rPr lang="it-IT" sz="820" b="0" u="none" strike="noStrike">
                <a:solidFill>
                  <a:schemeClr val="lt1">
                    <a:lumMod val="75000"/>
                  </a:schemeClr>
                </a:solidFill>
                <a:uFillTx/>
                <a:latin typeface="Fira Sans Medium"/>
              </a:rPr>
              <a:t>‹#›</a:t>
            </a:fld>
            <a:endParaRPr lang="en-US" sz="820" b="0" u="none" strike="noStrike">
              <a:solidFill>
                <a:srgbClr val="000000"/>
              </a:solidFill>
              <a:uFillTx/>
              <a:latin typeface="Times New Roman"/>
            </a:endParaRPr>
          </a:p>
        </p:txBody>
      </p:sp>
      <p:cxnSp>
        <p:nvCxnSpPr>
          <p:cNvPr id="8" name="Connettore 1 11"/>
          <p:cNvCxnSpPr/>
          <p:nvPr/>
        </p:nvCxnSpPr>
        <p:spPr>
          <a:xfrm>
            <a:off x="4572000" y="2505600"/>
            <a:ext cx="360" cy="3669840"/>
          </a:xfrm>
          <a:prstGeom prst="straightConnector1">
            <a:avLst/>
          </a:prstGeom>
          <a:ln w="12700">
            <a:solidFill>
              <a:srgbClr val="000000"/>
            </a:solidFill>
          </a:ln>
        </p:spPr>
      </p:cxnSp>
      <p:sp>
        <p:nvSpPr>
          <p:cNvPr id="9" name="PlaceHolder 6"/>
          <p:cNvSpPr>
            <a:spLocks noGrp="1"/>
          </p:cNvSpPr>
          <p:nvPr>
            <p:ph type="title"/>
          </p:nvPr>
        </p:nvSpPr>
        <p:spPr>
          <a:xfrm>
            <a:off x="628560" y="365040"/>
            <a:ext cx="7886520" cy="988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defTabSz="685800">
              <a:lnSpc>
                <a:spcPct val="90000"/>
              </a:lnSpc>
              <a:buNone/>
            </a:pPr>
            <a:r>
              <a:rPr lang="it-IT" sz="2800" b="1" u="none" strike="noStrike">
                <a:solidFill>
                  <a:srgbClr val="262626"/>
                </a:solidFill>
                <a:uFillTx/>
                <a:latin typeface="Roboto Slab"/>
                <a:ea typeface="Roboto Slab"/>
              </a:rPr>
              <a:t>Fare clic per modificare lo stile del titolo dello schema</a:t>
            </a:r>
            <a:endParaRPr lang="it-IT" sz="2800" b="0" u="none" strike="noStrike">
              <a:solidFill>
                <a:schemeClr val="dk1"/>
              </a:solidFill>
              <a:uFillTx/>
              <a:latin typeface="Verdana"/>
            </a:endParaRPr>
          </a:p>
        </p:txBody>
      </p:sp>
      <p:pic>
        <p:nvPicPr>
          <p:cNvPr id="10" name="Picture 9" descr="A close up of a sign&#10;&#10;Description automatically generated"/>
          <p:cNvPicPr/>
          <p:nvPr/>
        </p:nvPicPr>
        <p:blipFill>
          <a:blip r:embed="rId3">
            <a:alphaModFix amt="50000"/>
          </a:blip>
          <a:stretch/>
        </p:blipFill>
        <p:spPr>
          <a:xfrm>
            <a:off x="628560" y="6381360"/>
            <a:ext cx="1180440" cy="367560"/>
          </a:xfrm>
          <a:prstGeom prst="rect">
            <a:avLst/>
          </a:prstGeom>
          <a:noFill/>
          <a:ln w="0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body"/>
          </p:nvPr>
        </p:nvSpPr>
        <p:spPr>
          <a:xfrm>
            <a:off x="630000" y="2511360"/>
            <a:ext cx="2326680" cy="366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lstStyle/>
          <a:p>
            <a:pPr indent="0" defTabSz="685800">
              <a:lnSpc>
                <a:spcPct val="90000"/>
              </a:lnSpc>
              <a:spcBef>
                <a:spcPts val="751"/>
              </a:spcBef>
              <a:buNone/>
              <a:tabLst>
                <a:tab pos="0" algn="l"/>
              </a:tabLst>
            </a:pPr>
            <a:r>
              <a:rPr lang="it-IT" sz="1400" b="0" u="none" strike="noStrike">
                <a:solidFill>
                  <a:schemeClr val="dk1">
                    <a:lumMod val="65000"/>
                    <a:lumOff val="35000"/>
                  </a:schemeClr>
                </a:solidFill>
                <a:uFillTx/>
                <a:latin typeface="Fira Sans Medium"/>
              </a:rPr>
              <a:t>Fare clic per modificare gli stili del testo dello schema</a:t>
            </a: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3408480" y="2511360"/>
            <a:ext cx="2326680" cy="366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lstStyle/>
          <a:p>
            <a:pPr indent="0" defTabSz="685800">
              <a:lnSpc>
                <a:spcPct val="90000"/>
              </a:lnSpc>
              <a:spcBef>
                <a:spcPts val="751"/>
              </a:spcBef>
              <a:buNone/>
              <a:tabLst>
                <a:tab pos="0" algn="l"/>
              </a:tabLst>
            </a:pPr>
            <a:r>
              <a:rPr lang="it-IT" sz="1400" b="0" u="none" strike="noStrike">
                <a:solidFill>
                  <a:schemeClr val="dk1">
                    <a:lumMod val="65000"/>
                    <a:lumOff val="35000"/>
                  </a:schemeClr>
                </a:solidFill>
                <a:uFillTx/>
                <a:latin typeface="Fira Sans Medium"/>
              </a:rPr>
              <a:t>Fare clic per modificare gli stili del testo dello schema</a:t>
            </a:r>
          </a:p>
        </p:txBody>
      </p:sp>
      <p:sp>
        <p:nvSpPr>
          <p:cNvPr id="13" name="PlaceHolder 3"/>
          <p:cNvSpPr>
            <a:spLocks noGrp="1"/>
          </p:cNvSpPr>
          <p:nvPr>
            <p:ph type="body"/>
          </p:nvPr>
        </p:nvSpPr>
        <p:spPr>
          <a:xfrm>
            <a:off x="6186960" y="2511360"/>
            <a:ext cx="2326680" cy="366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lstStyle/>
          <a:p>
            <a:pPr indent="0" defTabSz="685800">
              <a:lnSpc>
                <a:spcPct val="90000"/>
              </a:lnSpc>
              <a:spcBef>
                <a:spcPts val="751"/>
              </a:spcBef>
              <a:buNone/>
              <a:tabLst>
                <a:tab pos="0" algn="l"/>
              </a:tabLst>
            </a:pPr>
            <a:r>
              <a:rPr lang="it-IT" sz="1400" b="0" u="none" strike="noStrike">
                <a:solidFill>
                  <a:schemeClr val="dk1">
                    <a:lumMod val="65000"/>
                    <a:lumOff val="35000"/>
                  </a:schemeClr>
                </a:solidFill>
                <a:uFillTx/>
                <a:latin typeface="Fira Sans Medium"/>
              </a:rPr>
              <a:t>Fare clic per modificare gli stili del testo dello schema</a:t>
            </a:r>
          </a:p>
        </p:txBody>
      </p:sp>
      <p:sp>
        <p:nvSpPr>
          <p:cNvPr id="14" name="PlaceHolder 4"/>
          <p:cNvSpPr>
            <a:spLocks noGrp="1"/>
          </p:cNvSpPr>
          <p:nvPr>
            <p:ph type="body"/>
          </p:nvPr>
        </p:nvSpPr>
        <p:spPr>
          <a:xfrm>
            <a:off x="628560" y="1551600"/>
            <a:ext cx="2326680" cy="761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 lnSpcReduction="9999"/>
          </a:bodyPr>
          <a:lstStyle/>
          <a:p>
            <a:pPr indent="0" defTabSz="685800">
              <a:lnSpc>
                <a:spcPct val="90000"/>
              </a:lnSpc>
              <a:spcBef>
                <a:spcPts val="751"/>
              </a:spcBef>
              <a:buNone/>
              <a:tabLst>
                <a:tab pos="0" algn="l"/>
              </a:tabLst>
            </a:pPr>
            <a:r>
              <a:rPr lang="en-GB" sz="1800" b="1" u="none" strike="noStrike">
                <a:solidFill>
                  <a:srgbClr val="DC5959"/>
                </a:solidFill>
                <a:uFillTx/>
                <a:latin typeface="Roboto Slab"/>
                <a:ea typeface="Roboto Slab"/>
              </a:rPr>
              <a:t>Fare clic per modificare il sottotitolo</a:t>
            </a:r>
            <a:endParaRPr lang="it-IT" sz="1800" b="0" u="none" strike="noStrike">
              <a:solidFill>
                <a:schemeClr val="dk1">
                  <a:lumMod val="65000"/>
                  <a:lumOff val="35000"/>
                </a:schemeClr>
              </a:solidFill>
              <a:uFillTx/>
              <a:latin typeface="Fira Sans Medium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body"/>
          </p:nvPr>
        </p:nvSpPr>
        <p:spPr>
          <a:xfrm>
            <a:off x="3408480" y="1551600"/>
            <a:ext cx="2326680" cy="761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 lnSpcReduction="9999"/>
          </a:bodyPr>
          <a:lstStyle/>
          <a:p>
            <a:pPr indent="0" defTabSz="685800">
              <a:lnSpc>
                <a:spcPct val="90000"/>
              </a:lnSpc>
              <a:spcBef>
                <a:spcPts val="751"/>
              </a:spcBef>
              <a:buNone/>
              <a:tabLst>
                <a:tab pos="0" algn="l"/>
              </a:tabLst>
            </a:pPr>
            <a:r>
              <a:rPr lang="en-GB" sz="1800" b="1" u="none" strike="noStrike">
                <a:solidFill>
                  <a:srgbClr val="DC5959"/>
                </a:solidFill>
                <a:uFillTx/>
                <a:latin typeface="Roboto Slab"/>
                <a:ea typeface="Roboto Slab"/>
              </a:rPr>
              <a:t>Fare clic per modificare il sottotitolo</a:t>
            </a:r>
            <a:endParaRPr lang="it-IT" sz="1800" b="0" u="none" strike="noStrike">
              <a:solidFill>
                <a:schemeClr val="dk1">
                  <a:lumMod val="65000"/>
                  <a:lumOff val="35000"/>
                </a:schemeClr>
              </a:solidFill>
              <a:uFillTx/>
              <a:latin typeface="Fira Sans Medium"/>
            </a:endParaRPr>
          </a:p>
        </p:txBody>
      </p:sp>
      <p:sp>
        <p:nvSpPr>
          <p:cNvPr id="16" name="PlaceHolder 6"/>
          <p:cNvSpPr>
            <a:spLocks noGrp="1"/>
          </p:cNvSpPr>
          <p:nvPr>
            <p:ph type="body"/>
          </p:nvPr>
        </p:nvSpPr>
        <p:spPr>
          <a:xfrm>
            <a:off x="6186960" y="1551600"/>
            <a:ext cx="2326680" cy="761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 lnSpcReduction="9999"/>
          </a:bodyPr>
          <a:lstStyle/>
          <a:p>
            <a:pPr indent="0" defTabSz="685800">
              <a:lnSpc>
                <a:spcPct val="90000"/>
              </a:lnSpc>
              <a:spcBef>
                <a:spcPts val="751"/>
              </a:spcBef>
              <a:buNone/>
              <a:tabLst>
                <a:tab pos="0" algn="l"/>
              </a:tabLst>
            </a:pPr>
            <a:r>
              <a:rPr lang="en-GB" sz="1800" b="1" u="none" strike="noStrike">
                <a:solidFill>
                  <a:srgbClr val="DC5959"/>
                </a:solidFill>
                <a:uFillTx/>
                <a:latin typeface="Roboto Slab"/>
                <a:ea typeface="Roboto Slab"/>
              </a:rPr>
              <a:t>Fare clic per modificare il sottotitolo</a:t>
            </a:r>
            <a:endParaRPr lang="it-IT" sz="1800" b="0" u="none" strike="noStrike">
              <a:solidFill>
                <a:schemeClr val="dk1">
                  <a:lumMod val="65000"/>
                  <a:lumOff val="35000"/>
                </a:schemeClr>
              </a:solidFill>
              <a:uFillTx/>
              <a:latin typeface="Fira Sans Medium"/>
            </a:endParaRPr>
          </a:p>
        </p:txBody>
      </p:sp>
      <p:sp>
        <p:nvSpPr>
          <p:cNvPr id="17" name="PlaceHolder 7"/>
          <p:cNvSpPr>
            <a:spLocks noGrp="1"/>
          </p:cNvSpPr>
          <p:nvPr>
            <p:ph type="sldNum" idx="2"/>
          </p:nvPr>
        </p:nvSpPr>
        <p:spPr>
          <a:xfrm>
            <a:off x="6458040" y="6356520"/>
            <a:ext cx="20570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it-IT" sz="820" b="0" u="none" strike="noStrike">
                <a:solidFill>
                  <a:schemeClr val="lt1">
                    <a:lumMod val="75000"/>
                  </a:schemeClr>
                </a:solidFill>
                <a:uFillTx/>
                <a:latin typeface="Fira Sans Medium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E38EA42-A0AB-4D54-A17D-24FF8C47BAB5}" type="slidenum">
              <a:rPr lang="it-IT" sz="820" b="0" u="none" strike="noStrike">
                <a:solidFill>
                  <a:schemeClr val="lt1">
                    <a:lumMod val="75000"/>
                  </a:schemeClr>
                </a:solidFill>
                <a:uFillTx/>
                <a:latin typeface="Fira Sans Medium"/>
              </a:rPr>
              <a:t>‹#›</a:t>
            </a:fld>
            <a:endParaRPr lang="en-US" sz="820" b="0" u="none" strike="noStrike">
              <a:solidFill>
                <a:srgbClr val="000000"/>
              </a:solidFill>
              <a:uFillTx/>
              <a:latin typeface="Times New Roman"/>
            </a:endParaRPr>
          </a:p>
        </p:txBody>
      </p:sp>
      <p:cxnSp>
        <p:nvCxnSpPr>
          <p:cNvPr id="18" name="Connettore 1 2"/>
          <p:cNvCxnSpPr/>
          <p:nvPr/>
        </p:nvCxnSpPr>
        <p:spPr>
          <a:xfrm>
            <a:off x="3188520" y="2505600"/>
            <a:ext cx="360" cy="3669840"/>
          </a:xfrm>
          <a:prstGeom prst="straightConnector1">
            <a:avLst/>
          </a:prstGeom>
          <a:ln w="12700">
            <a:solidFill>
              <a:srgbClr val="000000"/>
            </a:solidFill>
          </a:ln>
        </p:spPr>
      </p:cxnSp>
      <p:cxnSp>
        <p:nvCxnSpPr>
          <p:cNvPr id="19" name="Connettore 1 13"/>
          <p:cNvCxnSpPr/>
          <p:nvPr/>
        </p:nvCxnSpPr>
        <p:spPr>
          <a:xfrm>
            <a:off x="5956920" y="2505600"/>
            <a:ext cx="360" cy="3669840"/>
          </a:xfrm>
          <a:prstGeom prst="straightConnector1">
            <a:avLst/>
          </a:prstGeom>
          <a:ln w="12700">
            <a:solidFill>
              <a:srgbClr val="000000"/>
            </a:solidFill>
          </a:ln>
        </p:spPr>
      </p:cxnSp>
      <p:sp>
        <p:nvSpPr>
          <p:cNvPr id="20" name="PlaceHolder 8"/>
          <p:cNvSpPr>
            <a:spLocks noGrp="1"/>
          </p:cNvSpPr>
          <p:nvPr>
            <p:ph type="title"/>
          </p:nvPr>
        </p:nvSpPr>
        <p:spPr>
          <a:xfrm>
            <a:off x="628560" y="365040"/>
            <a:ext cx="7886520" cy="988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defTabSz="685800">
              <a:lnSpc>
                <a:spcPct val="90000"/>
              </a:lnSpc>
              <a:buNone/>
            </a:pPr>
            <a:r>
              <a:rPr lang="it-IT" sz="2800" b="1" u="none" strike="noStrike">
                <a:solidFill>
                  <a:schemeClr val="dk1">
                    <a:lumMod val="85000"/>
                    <a:lumOff val="15000"/>
                  </a:schemeClr>
                </a:solidFill>
                <a:uFillTx/>
                <a:latin typeface="Roboto Slab"/>
                <a:ea typeface="Roboto Slab"/>
              </a:rPr>
              <a:t>Fare clic per modificare lo stile del titolo dello schema</a:t>
            </a:r>
            <a:endParaRPr lang="it-IT" sz="2800" b="0" u="none" strike="noStrike">
              <a:solidFill>
                <a:schemeClr val="dk1"/>
              </a:solidFill>
              <a:uFillTx/>
              <a:latin typeface="Verdana"/>
            </a:endParaRPr>
          </a:p>
        </p:txBody>
      </p:sp>
      <p:pic>
        <p:nvPicPr>
          <p:cNvPr id="21" name="Picture 14" descr="A close up of a sign&#10;&#10;Description automatically generated"/>
          <p:cNvPicPr/>
          <p:nvPr/>
        </p:nvPicPr>
        <p:blipFill>
          <a:blip r:embed="rId3">
            <a:alphaModFix amt="50000"/>
          </a:blip>
          <a:stretch/>
        </p:blipFill>
        <p:spPr>
          <a:xfrm>
            <a:off x="628560" y="6381360"/>
            <a:ext cx="1180440" cy="367560"/>
          </a:xfrm>
          <a:prstGeom prst="rect">
            <a:avLst/>
          </a:prstGeom>
          <a:noFill/>
          <a:ln w="0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C595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7"/>
          <p:cNvPicPr/>
          <p:nvPr/>
        </p:nvPicPr>
        <p:blipFill>
          <a:blip r:embed="rId3"/>
          <a:stretch/>
        </p:blipFill>
        <p:spPr>
          <a:xfrm>
            <a:off x="3567960" y="2797920"/>
            <a:ext cx="1986840" cy="1672920"/>
          </a:xfrm>
          <a:prstGeom prst="rect">
            <a:avLst/>
          </a:prstGeom>
          <a:noFill/>
          <a:ln w="0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9D9D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644400" y="1650600"/>
            <a:ext cx="7825680" cy="45104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rmAutofit/>
          </a:bodyPr>
          <a:lstStyle/>
          <a:p>
            <a:pPr indent="0" defTabSz="685800">
              <a:lnSpc>
                <a:spcPct val="100000"/>
              </a:lnSpc>
              <a:buNone/>
            </a:pPr>
            <a:r>
              <a:rPr lang="it-IT" sz="3200" b="1" u="none" strike="noStrike">
                <a:solidFill>
                  <a:schemeClr val="dk1"/>
                </a:solidFill>
                <a:uFillTx/>
                <a:latin typeface="Roboto Slab"/>
                <a:ea typeface="Roboto Slab"/>
              </a:rPr>
              <a:t>Fare clic per modificare il titolo delle slide</a:t>
            </a:r>
            <a:endParaRPr lang="it-IT" sz="3200" b="0" u="none" strike="noStrike">
              <a:solidFill>
                <a:schemeClr val="dk1"/>
              </a:solidFill>
              <a:uFillTx/>
              <a:latin typeface="Verdana"/>
            </a:endParaRPr>
          </a:p>
        </p:txBody>
      </p:sp>
      <p:pic>
        <p:nvPicPr>
          <p:cNvPr id="24" name="Picture 2" descr="A close up of a sign&#10;&#10;Description automatically generated"/>
          <p:cNvPicPr/>
          <p:nvPr/>
        </p:nvPicPr>
        <p:blipFill>
          <a:blip r:embed="rId3"/>
          <a:stretch/>
        </p:blipFill>
        <p:spPr>
          <a:xfrm>
            <a:off x="640080" y="631080"/>
            <a:ext cx="2478600" cy="772560"/>
          </a:xfrm>
          <a:prstGeom prst="rect">
            <a:avLst/>
          </a:prstGeom>
          <a:noFill/>
          <a:ln w="0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7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9D9D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laceHolder 1"/>
          <p:cNvSpPr>
            <a:spLocks noGrp="1"/>
          </p:cNvSpPr>
          <p:nvPr>
            <p:ph type="body"/>
          </p:nvPr>
        </p:nvSpPr>
        <p:spPr>
          <a:xfrm>
            <a:off x="644040" y="4512240"/>
            <a:ext cx="7825320" cy="905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lstStyle/>
          <a:p>
            <a:pPr indent="0" defTabSz="685800">
              <a:lnSpc>
                <a:spcPct val="90000"/>
              </a:lnSpc>
              <a:spcBef>
                <a:spcPts val="751"/>
              </a:spcBef>
              <a:buNone/>
              <a:tabLst>
                <a:tab pos="0" algn="l"/>
              </a:tabLst>
            </a:pPr>
            <a:r>
              <a:rPr lang="it-IT" sz="24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uFillTx/>
                <a:latin typeface="Roboto Slab"/>
                <a:ea typeface="Roboto Slab"/>
              </a:rPr>
              <a:t>Fare clic per modificare il sottotitolo della sezione</a:t>
            </a:r>
            <a:endParaRPr lang="it-IT" sz="2400" b="0" u="none" strike="noStrike">
              <a:solidFill>
                <a:schemeClr val="dk1">
                  <a:lumMod val="65000"/>
                  <a:lumOff val="35000"/>
                </a:schemeClr>
              </a:solidFill>
              <a:uFillTx/>
              <a:latin typeface="Fira Sans Medium"/>
            </a:endParaRPr>
          </a:p>
        </p:txBody>
      </p:sp>
      <p:sp>
        <p:nvSpPr>
          <p:cNvPr id="26" name="PlaceHolder 2"/>
          <p:cNvSpPr>
            <a:spLocks noGrp="1"/>
          </p:cNvSpPr>
          <p:nvPr>
            <p:ph type="title"/>
          </p:nvPr>
        </p:nvSpPr>
        <p:spPr>
          <a:xfrm>
            <a:off x="644400" y="1602720"/>
            <a:ext cx="7825680" cy="24224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rmAutofit/>
          </a:bodyPr>
          <a:lstStyle/>
          <a:p>
            <a:pPr indent="0" defTabSz="685800">
              <a:lnSpc>
                <a:spcPct val="100000"/>
              </a:lnSpc>
              <a:buNone/>
            </a:pPr>
            <a:r>
              <a:rPr lang="it-IT" sz="3200" b="1" u="none" strike="noStrike">
                <a:solidFill>
                  <a:schemeClr val="dk1"/>
                </a:solidFill>
                <a:uFillTx/>
                <a:latin typeface="Roboto Slab"/>
                <a:ea typeface="Roboto Slab"/>
              </a:rPr>
              <a:t>Fare clic per modificare il titolo delle slide</a:t>
            </a:r>
            <a:endParaRPr lang="it-IT" sz="3200" b="0" u="none" strike="noStrike">
              <a:solidFill>
                <a:schemeClr val="dk1"/>
              </a:solidFill>
              <a:uFillTx/>
              <a:latin typeface="Verdana"/>
            </a:endParaRPr>
          </a:p>
        </p:txBody>
      </p:sp>
      <p:pic>
        <p:nvPicPr>
          <p:cNvPr id="27" name="Picture 4" descr="A close up of a sign&#10;&#10;Description automatically generated"/>
          <p:cNvPicPr/>
          <p:nvPr/>
        </p:nvPicPr>
        <p:blipFill>
          <a:blip r:embed="rId3"/>
          <a:stretch/>
        </p:blipFill>
        <p:spPr>
          <a:xfrm>
            <a:off x="716040" y="649080"/>
            <a:ext cx="2478600" cy="772560"/>
          </a:xfrm>
          <a:prstGeom prst="rect">
            <a:avLst/>
          </a:prstGeom>
          <a:noFill/>
          <a:ln w="0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body"/>
          </p:nvPr>
        </p:nvSpPr>
        <p:spPr>
          <a:xfrm>
            <a:off x="628560" y="2511360"/>
            <a:ext cx="7886520" cy="3057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685800">
              <a:lnSpc>
                <a:spcPct val="150000"/>
              </a:lnSpc>
              <a:spcBef>
                <a:spcPts val="751"/>
              </a:spcBef>
              <a:buNone/>
              <a:tabLst>
                <a:tab pos="0" algn="l"/>
              </a:tabLst>
            </a:pPr>
            <a:r>
              <a:rPr lang="it-IT" sz="2000" b="0" u="none" strike="noStrike">
                <a:solidFill>
                  <a:schemeClr val="dk1">
                    <a:lumMod val="65000"/>
                    <a:lumOff val="35000"/>
                  </a:schemeClr>
                </a:solidFill>
                <a:uFillTx/>
                <a:latin typeface="Fira Sans Medium"/>
              </a:rPr>
              <a:t>Fare clic per modificare gli stili del testo dello schema</a:t>
            </a:r>
          </a:p>
        </p:txBody>
      </p:sp>
      <p:sp>
        <p:nvSpPr>
          <p:cNvPr id="29" name="PlaceHolder 2"/>
          <p:cNvSpPr>
            <a:spLocks noGrp="1"/>
          </p:cNvSpPr>
          <p:nvPr>
            <p:ph type="body"/>
          </p:nvPr>
        </p:nvSpPr>
        <p:spPr>
          <a:xfrm>
            <a:off x="628560" y="1551600"/>
            <a:ext cx="7886520" cy="761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lstStyle/>
          <a:p>
            <a:pPr indent="0" defTabSz="685800">
              <a:lnSpc>
                <a:spcPct val="90000"/>
              </a:lnSpc>
              <a:spcBef>
                <a:spcPts val="751"/>
              </a:spcBef>
              <a:buNone/>
              <a:tabLst>
                <a:tab pos="0" algn="l"/>
              </a:tabLst>
            </a:pPr>
            <a:r>
              <a:rPr lang="en-GB" sz="2400" b="1" u="none" strike="noStrike">
                <a:solidFill>
                  <a:srgbClr val="DC5959"/>
                </a:solidFill>
                <a:uFillTx/>
                <a:latin typeface="Roboto Slab"/>
                <a:ea typeface="Roboto Slab"/>
              </a:rPr>
              <a:t>Fare clic per modificare il sottotitolo</a:t>
            </a:r>
            <a:endParaRPr lang="it-IT" sz="2400" b="0" u="none" strike="noStrike">
              <a:solidFill>
                <a:schemeClr val="dk1">
                  <a:lumMod val="65000"/>
                  <a:lumOff val="35000"/>
                </a:schemeClr>
              </a:solidFill>
              <a:uFillTx/>
              <a:latin typeface="Fira Sans Medium"/>
            </a:endParaRPr>
          </a:p>
        </p:txBody>
      </p:sp>
      <p:sp>
        <p:nvSpPr>
          <p:cNvPr id="30" name="PlaceHolder 3"/>
          <p:cNvSpPr>
            <a:spLocks noGrp="1"/>
          </p:cNvSpPr>
          <p:nvPr>
            <p:ph type="title"/>
          </p:nvPr>
        </p:nvSpPr>
        <p:spPr>
          <a:xfrm>
            <a:off x="628560" y="365040"/>
            <a:ext cx="7886520" cy="988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defTabSz="685800">
              <a:lnSpc>
                <a:spcPct val="90000"/>
              </a:lnSpc>
              <a:buNone/>
            </a:pPr>
            <a:r>
              <a:rPr lang="it-IT" sz="2800" b="1" u="none" strike="noStrike">
                <a:solidFill>
                  <a:schemeClr val="dk1">
                    <a:lumMod val="85000"/>
                    <a:lumOff val="15000"/>
                  </a:schemeClr>
                </a:solidFill>
                <a:uFillTx/>
                <a:latin typeface="Roboto Slab"/>
                <a:ea typeface="Roboto Slab"/>
              </a:rPr>
              <a:t>Fare clic per modificare lo stile del titolo dello schema</a:t>
            </a:r>
            <a:endParaRPr lang="it-IT" sz="2800" b="0" u="none" strike="noStrike">
              <a:solidFill>
                <a:schemeClr val="dk1"/>
              </a:solidFill>
              <a:uFillTx/>
              <a:latin typeface="Verdana"/>
            </a:endParaRPr>
          </a:p>
        </p:txBody>
      </p:sp>
      <p:sp>
        <p:nvSpPr>
          <p:cNvPr id="31" name="PlaceHolder 4"/>
          <p:cNvSpPr>
            <a:spLocks noGrp="1"/>
          </p:cNvSpPr>
          <p:nvPr>
            <p:ph type="sldNum" idx="3"/>
          </p:nvPr>
        </p:nvSpPr>
        <p:spPr>
          <a:xfrm>
            <a:off x="6458040" y="6356520"/>
            <a:ext cx="20570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it-IT" sz="820" b="0" u="none" strike="noStrike">
                <a:solidFill>
                  <a:schemeClr val="lt1">
                    <a:lumMod val="75000"/>
                  </a:schemeClr>
                </a:solidFill>
                <a:uFillTx/>
                <a:latin typeface="Fira Sans Medium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154DFBE-20D1-417E-BD29-E21112C6B26D}" type="slidenum">
              <a:rPr lang="it-IT" sz="820" b="0" u="none" strike="noStrike">
                <a:solidFill>
                  <a:schemeClr val="lt1">
                    <a:lumMod val="75000"/>
                  </a:schemeClr>
                </a:solidFill>
                <a:uFillTx/>
                <a:latin typeface="Fira Sans Medium"/>
              </a:rPr>
              <a:t>‹#›</a:t>
            </a:fld>
            <a:endParaRPr lang="en-US" sz="820" b="0" u="none" strike="noStrik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32" name="PlaceHolder 5"/>
          <p:cNvSpPr>
            <a:spLocks noGrp="1"/>
          </p:cNvSpPr>
          <p:nvPr>
            <p:ph type="body"/>
          </p:nvPr>
        </p:nvSpPr>
        <p:spPr>
          <a:xfrm>
            <a:off x="628560" y="5748480"/>
            <a:ext cx="7886520" cy="4284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685800">
              <a:lnSpc>
                <a:spcPct val="90000"/>
              </a:lnSpc>
              <a:spcBef>
                <a:spcPts val="751"/>
              </a:spcBef>
              <a:buNone/>
              <a:tabLst>
                <a:tab pos="0" algn="l"/>
              </a:tabLst>
            </a:pPr>
            <a:r>
              <a:rPr lang="it-IT" sz="1050" b="0" i="1" u="none" strike="noStrike">
                <a:solidFill>
                  <a:schemeClr val="dk1">
                    <a:lumMod val="65000"/>
                    <a:lumOff val="35000"/>
                  </a:schemeClr>
                </a:solidFill>
                <a:uFillTx/>
                <a:latin typeface="Fira Sans Medium"/>
              </a:rPr>
              <a:t>Fare clic per inserire note</a:t>
            </a:r>
            <a:endParaRPr lang="it-IT" sz="1050" b="0" u="none" strike="noStrike">
              <a:solidFill>
                <a:schemeClr val="dk1">
                  <a:lumMod val="65000"/>
                  <a:lumOff val="35000"/>
                </a:schemeClr>
              </a:solidFill>
              <a:uFillTx/>
              <a:latin typeface="Fira Sans Medium"/>
            </a:endParaRPr>
          </a:p>
        </p:txBody>
      </p:sp>
      <p:pic>
        <p:nvPicPr>
          <p:cNvPr id="33" name="Picture 6" descr="A close up of a sign&#10;&#10;Description automatically generated"/>
          <p:cNvPicPr/>
          <p:nvPr/>
        </p:nvPicPr>
        <p:blipFill>
          <a:blip r:embed="rId3">
            <a:alphaModFix amt="50000"/>
          </a:blip>
          <a:stretch/>
        </p:blipFill>
        <p:spPr>
          <a:xfrm>
            <a:off x="628560" y="6381360"/>
            <a:ext cx="1180440" cy="367560"/>
          </a:xfrm>
          <a:prstGeom prst="rect">
            <a:avLst/>
          </a:prstGeom>
          <a:noFill/>
          <a:ln w="0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628560" y="365040"/>
            <a:ext cx="7886520" cy="988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defTabSz="685800">
              <a:lnSpc>
                <a:spcPct val="90000"/>
              </a:lnSpc>
              <a:buNone/>
            </a:pPr>
            <a:r>
              <a:rPr lang="it-IT" sz="2800" b="1" u="none" strike="noStrike">
                <a:solidFill>
                  <a:schemeClr val="dk1">
                    <a:lumMod val="85000"/>
                    <a:lumOff val="15000"/>
                  </a:schemeClr>
                </a:solidFill>
                <a:uFillTx/>
                <a:latin typeface="Roboto Slab"/>
                <a:ea typeface="Roboto Slab"/>
              </a:rPr>
              <a:t>Fare clic per modificare lo stile del titolo dello schema</a:t>
            </a:r>
            <a:endParaRPr lang="it-IT" sz="2800" b="0" u="none" strike="noStrike">
              <a:solidFill>
                <a:schemeClr val="dk1"/>
              </a:solidFill>
              <a:uFillTx/>
              <a:latin typeface="Verdan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 type="sldNum" idx="4"/>
          </p:nvPr>
        </p:nvSpPr>
        <p:spPr>
          <a:xfrm>
            <a:off x="6458040" y="6356520"/>
            <a:ext cx="20570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it-IT" sz="820" b="0" u="none" strike="noStrike">
                <a:solidFill>
                  <a:schemeClr val="lt1">
                    <a:lumMod val="75000"/>
                  </a:schemeClr>
                </a:solidFill>
                <a:uFillTx/>
                <a:latin typeface="Fira Sans Medium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5916AA2-C210-4802-84EB-84554917F424}" type="slidenum">
              <a:rPr lang="it-IT" sz="820" b="0" u="none" strike="noStrike">
                <a:solidFill>
                  <a:schemeClr val="lt1">
                    <a:lumMod val="75000"/>
                  </a:schemeClr>
                </a:solidFill>
                <a:uFillTx/>
                <a:latin typeface="Fira Sans Medium"/>
              </a:rPr>
              <a:t>‹#›</a:t>
            </a:fld>
            <a:endParaRPr lang="en-US" sz="820" b="0" u="none" strike="noStrik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 type="body"/>
          </p:nvPr>
        </p:nvSpPr>
        <p:spPr>
          <a:xfrm>
            <a:off x="628560" y="1531800"/>
            <a:ext cx="7886520" cy="4036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685800">
              <a:lnSpc>
                <a:spcPct val="150000"/>
              </a:lnSpc>
              <a:spcBef>
                <a:spcPts val="751"/>
              </a:spcBef>
              <a:buNone/>
              <a:tabLst>
                <a:tab pos="0" algn="l"/>
              </a:tabLst>
            </a:pPr>
            <a:r>
              <a:rPr lang="it-IT" sz="2000" b="0" u="none" strike="noStrike">
                <a:solidFill>
                  <a:schemeClr val="dk1">
                    <a:lumMod val="65000"/>
                    <a:lumOff val="35000"/>
                  </a:schemeClr>
                </a:solidFill>
                <a:uFillTx/>
                <a:latin typeface="Fira Sans Medium"/>
              </a:rPr>
              <a:t>Fare clic per modificare gli stili del testo dello schema</a:t>
            </a:r>
          </a:p>
        </p:txBody>
      </p:sp>
      <p:sp>
        <p:nvSpPr>
          <p:cNvPr id="37" name="PlaceHolder 4"/>
          <p:cNvSpPr>
            <a:spLocks noGrp="1"/>
          </p:cNvSpPr>
          <p:nvPr>
            <p:ph type="body"/>
          </p:nvPr>
        </p:nvSpPr>
        <p:spPr>
          <a:xfrm>
            <a:off x="628560" y="5747040"/>
            <a:ext cx="7886520" cy="429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685800">
              <a:lnSpc>
                <a:spcPct val="90000"/>
              </a:lnSpc>
              <a:spcBef>
                <a:spcPts val="751"/>
              </a:spcBef>
              <a:buNone/>
              <a:tabLst>
                <a:tab pos="0" algn="l"/>
              </a:tabLst>
            </a:pPr>
            <a:r>
              <a:rPr lang="it-IT" sz="1050" b="0" i="1" u="none" strike="noStrike">
                <a:solidFill>
                  <a:schemeClr val="dk1">
                    <a:lumMod val="65000"/>
                    <a:lumOff val="35000"/>
                  </a:schemeClr>
                </a:solidFill>
                <a:uFillTx/>
                <a:latin typeface="Fira Sans Medium"/>
              </a:rPr>
              <a:t>Fare clic per inserire note</a:t>
            </a:r>
            <a:endParaRPr lang="it-IT" sz="1050" b="0" u="none" strike="noStrike">
              <a:solidFill>
                <a:schemeClr val="dk1">
                  <a:lumMod val="65000"/>
                  <a:lumOff val="35000"/>
                </a:schemeClr>
              </a:solidFill>
              <a:uFillTx/>
              <a:latin typeface="Fira Sans Medium"/>
            </a:endParaRPr>
          </a:p>
        </p:txBody>
      </p:sp>
      <p:pic>
        <p:nvPicPr>
          <p:cNvPr id="38" name="Picture 8" descr="A close up of a sign&#10;&#10;Description automatically generated"/>
          <p:cNvPicPr/>
          <p:nvPr/>
        </p:nvPicPr>
        <p:blipFill>
          <a:blip r:embed="rId3">
            <a:alphaModFix amt="50000"/>
          </a:blip>
          <a:stretch/>
        </p:blipFill>
        <p:spPr>
          <a:xfrm>
            <a:off x="628560" y="6381360"/>
            <a:ext cx="1180440" cy="367560"/>
          </a:xfrm>
          <a:prstGeom prst="rect">
            <a:avLst/>
          </a:prstGeom>
          <a:noFill/>
          <a:ln w="0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body"/>
          </p:nvPr>
        </p:nvSpPr>
        <p:spPr>
          <a:xfrm>
            <a:off x="0" y="1542960"/>
            <a:ext cx="9143640" cy="40244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/>
          <a:p>
            <a:pPr indent="0" defTabSz="685800">
              <a:lnSpc>
                <a:spcPct val="90000"/>
              </a:lnSpc>
              <a:spcBef>
                <a:spcPts val="751"/>
              </a:spcBef>
              <a:buNone/>
              <a:tabLst>
                <a:tab pos="0" algn="l"/>
              </a:tabLst>
            </a:pPr>
            <a:r>
              <a:rPr lang="it-IT" sz="1800" b="0" i="1" u="none" strike="noStrike">
                <a:solidFill>
                  <a:schemeClr val="dk1"/>
                </a:solidFill>
                <a:uFillTx/>
                <a:latin typeface="Fira Sans"/>
              </a:rPr>
              <a:t>Fare clic sull'icona per inserire un'immagine</a:t>
            </a:r>
            <a:endParaRPr lang="it-IT" sz="1800" b="0" u="none" strike="noStrike">
              <a:solidFill>
                <a:schemeClr val="dk1">
                  <a:lumMod val="65000"/>
                  <a:lumOff val="35000"/>
                </a:schemeClr>
              </a:solidFill>
              <a:uFillTx/>
              <a:latin typeface="Fira Sans Medium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 type="sldNum" idx="5"/>
          </p:nvPr>
        </p:nvSpPr>
        <p:spPr>
          <a:xfrm>
            <a:off x="6458040" y="6356520"/>
            <a:ext cx="20570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it-IT" sz="820" b="0" u="none" strike="noStrike">
                <a:solidFill>
                  <a:schemeClr val="lt1">
                    <a:lumMod val="75000"/>
                  </a:schemeClr>
                </a:solidFill>
                <a:uFillTx/>
                <a:latin typeface="Fira Sans Medium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C13B9F7-8DBF-4708-91E3-EB46BF0D5E9E}" type="slidenum">
              <a:rPr lang="it-IT" sz="820" b="0" u="none" strike="noStrike">
                <a:solidFill>
                  <a:schemeClr val="lt1">
                    <a:lumMod val="75000"/>
                  </a:schemeClr>
                </a:solidFill>
                <a:uFillTx/>
                <a:latin typeface="Fira Sans Medium"/>
              </a:rPr>
              <a:t>‹#›</a:t>
            </a:fld>
            <a:endParaRPr lang="en-US" sz="820" b="0" u="none" strike="noStrik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 type="body"/>
          </p:nvPr>
        </p:nvSpPr>
        <p:spPr>
          <a:xfrm>
            <a:off x="628560" y="5747040"/>
            <a:ext cx="7886520" cy="429480"/>
          </a:xfrm>
          <a:prstGeom prst="rect">
            <a:avLst/>
          </a:prstGeom>
          <a:noFill/>
          <a:ln w="0">
            <a:noFill/>
          </a:ln>
        </p:spPr>
        <p:txBody>
          <a:bodyPr lIns="0" tIns="45720" rIns="91440" bIns="45720" anchor="ctr">
            <a:noAutofit/>
          </a:bodyPr>
          <a:lstStyle/>
          <a:p>
            <a:pPr indent="0" defTabSz="685800">
              <a:lnSpc>
                <a:spcPct val="90000"/>
              </a:lnSpc>
              <a:spcBef>
                <a:spcPts val="751"/>
              </a:spcBef>
              <a:buNone/>
              <a:tabLst>
                <a:tab pos="0" algn="l"/>
              </a:tabLst>
            </a:pPr>
            <a:r>
              <a:rPr lang="it-IT" sz="1050" b="0" i="1" u="none" strike="noStrike">
                <a:solidFill>
                  <a:schemeClr val="dk1">
                    <a:lumMod val="65000"/>
                    <a:lumOff val="35000"/>
                  </a:schemeClr>
                </a:solidFill>
                <a:uFillTx/>
                <a:latin typeface="Fira Sans Medium"/>
              </a:rPr>
              <a:t>Fare clic per inserire note</a:t>
            </a:r>
            <a:endParaRPr lang="it-IT" sz="1050" b="0" u="none" strike="noStrike">
              <a:solidFill>
                <a:schemeClr val="dk1">
                  <a:lumMod val="65000"/>
                  <a:lumOff val="35000"/>
                </a:schemeClr>
              </a:solidFill>
              <a:uFillTx/>
              <a:latin typeface="Fira Sans Medium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 type="title"/>
          </p:nvPr>
        </p:nvSpPr>
        <p:spPr>
          <a:xfrm>
            <a:off x="628560" y="365040"/>
            <a:ext cx="7886520" cy="988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defTabSz="685800">
              <a:lnSpc>
                <a:spcPct val="90000"/>
              </a:lnSpc>
              <a:buNone/>
            </a:pPr>
            <a:r>
              <a:rPr lang="it-IT" sz="2800" b="1" u="none" strike="noStrike">
                <a:solidFill>
                  <a:schemeClr val="dk1">
                    <a:lumMod val="85000"/>
                    <a:lumOff val="15000"/>
                  </a:schemeClr>
                </a:solidFill>
                <a:uFillTx/>
                <a:latin typeface="Roboto Slab"/>
                <a:ea typeface="Roboto Slab"/>
              </a:rPr>
              <a:t>Fare clic per modificare lo stile del titolo dello schema</a:t>
            </a:r>
            <a:endParaRPr lang="it-IT" sz="2800" b="0" u="none" strike="noStrike">
              <a:solidFill>
                <a:schemeClr val="dk1"/>
              </a:solidFill>
              <a:uFillTx/>
              <a:latin typeface="Verdana"/>
            </a:endParaRPr>
          </a:p>
        </p:txBody>
      </p:sp>
      <p:pic>
        <p:nvPicPr>
          <p:cNvPr id="43" name="Picture 11" descr="A close up of a sign&#10;&#10;Description automatically generated"/>
          <p:cNvPicPr/>
          <p:nvPr/>
        </p:nvPicPr>
        <p:blipFill>
          <a:blip r:embed="rId3">
            <a:alphaModFix amt="50000"/>
          </a:blip>
          <a:stretch/>
        </p:blipFill>
        <p:spPr>
          <a:xfrm>
            <a:off x="628560" y="6381360"/>
            <a:ext cx="1180440" cy="367560"/>
          </a:xfrm>
          <a:prstGeom prst="rect">
            <a:avLst/>
          </a:prstGeom>
          <a:noFill/>
          <a:ln w="0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5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sldNum" idx="6"/>
          </p:nvPr>
        </p:nvSpPr>
        <p:spPr>
          <a:xfrm>
            <a:off x="6458040" y="6356520"/>
            <a:ext cx="20570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it-IT" sz="820" b="0" u="none" strike="noStrike">
                <a:solidFill>
                  <a:schemeClr val="lt1">
                    <a:lumMod val="75000"/>
                  </a:schemeClr>
                </a:solidFill>
                <a:uFillTx/>
                <a:latin typeface="Fira Sans Medium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3A5346E-69C6-4829-90AC-B85A0677D4E5}" type="slidenum">
              <a:rPr lang="it-IT" sz="820" b="0" u="none" strike="noStrike">
                <a:solidFill>
                  <a:schemeClr val="lt1">
                    <a:lumMod val="75000"/>
                  </a:schemeClr>
                </a:solidFill>
                <a:uFillTx/>
                <a:latin typeface="Fira Sans Medium"/>
              </a:rPr>
              <a:t>‹#›</a:t>
            </a:fld>
            <a:endParaRPr lang="en-US" sz="820" b="0" u="none" strike="noStrik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body"/>
          </p:nvPr>
        </p:nvSpPr>
        <p:spPr>
          <a:xfrm>
            <a:off x="628560" y="1551600"/>
            <a:ext cx="7886520" cy="761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lstStyle/>
          <a:p>
            <a:pPr indent="0" defTabSz="685800">
              <a:lnSpc>
                <a:spcPct val="90000"/>
              </a:lnSpc>
              <a:spcBef>
                <a:spcPts val="751"/>
              </a:spcBef>
              <a:buNone/>
              <a:tabLst>
                <a:tab pos="0" algn="l"/>
              </a:tabLst>
            </a:pPr>
            <a:r>
              <a:rPr lang="en-GB" sz="2400" b="1" u="none" strike="noStrike">
                <a:solidFill>
                  <a:srgbClr val="DC5959"/>
                </a:solidFill>
                <a:uFillTx/>
                <a:latin typeface="Roboto Slab"/>
                <a:ea typeface="Roboto Slab"/>
              </a:rPr>
              <a:t>Fare clic per modificare il sottotitolo</a:t>
            </a:r>
            <a:endParaRPr lang="it-IT" sz="2400" b="0" u="none" strike="noStrike">
              <a:solidFill>
                <a:schemeClr val="dk1">
                  <a:lumMod val="65000"/>
                  <a:lumOff val="35000"/>
                </a:schemeClr>
              </a:solidFill>
              <a:uFillTx/>
              <a:latin typeface="Fira Sans Medium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body"/>
          </p:nvPr>
        </p:nvSpPr>
        <p:spPr>
          <a:xfrm>
            <a:off x="628560" y="5747040"/>
            <a:ext cx="7886520" cy="429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685800">
              <a:lnSpc>
                <a:spcPct val="90000"/>
              </a:lnSpc>
              <a:spcBef>
                <a:spcPts val="751"/>
              </a:spcBef>
              <a:buNone/>
              <a:tabLst>
                <a:tab pos="0" algn="l"/>
              </a:tabLst>
            </a:pPr>
            <a:r>
              <a:rPr lang="it-IT" sz="1050" b="0" i="1" u="none" strike="noStrike">
                <a:solidFill>
                  <a:schemeClr val="dk1">
                    <a:lumMod val="65000"/>
                    <a:lumOff val="35000"/>
                  </a:schemeClr>
                </a:solidFill>
                <a:uFillTx/>
                <a:latin typeface="Fira Sans Medium"/>
              </a:rPr>
              <a:t>Fare clic per inserire note</a:t>
            </a:r>
            <a:endParaRPr lang="it-IT" sz="1050" b="0" u="none" strike="noStrike">
              <a:solidFill>
                <a:schemeClr val="dk1">
                  <a:lumMod val="65000"/>
                  <a:lumOff val="35000"/>
                </a:schemeClr>
              </a:solidFill>
              <a:uFillTx/>
              <a:latin typeface="Fira Sans Medium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title"/>
          </p:nvPr>
        </p:nvSpPr>
        <p:spPr>
          <a:xfrm>
            <a:off x="628560" y="365040"/>
            <a:ext cx="7886520" cy="988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defTabSz="685800">
              <a:lnSpc>
                <a:spcPct val="90000"/>
              </a:lnSpc>
              <a:buNone/>
            </a:pPr>
            <a:r>
              <a:rPr lang="it-IT" sz="2800" b="1" u="none" strike="noStrike">
                <a:solidFill>
                  <a:schemeClr val="dk1">
                    <a:lumMod val="85000"/>
                    <a:lumOff val="15000"/>
                  </a:schemeClr>
                </a:solidFill>
                <a:uFillTx/>
                <a:latin typeface="Roboto Slab"/>
                <a:ea typeface="Roboto Slab"/>
              </a:rPr>
              <a:t>Fare clic per modificare lo stile del titolo dello schema</a:t>
            </a:r>
            <a:endParaRPr lang="it-IT" sz="2800" b="0" u="none" strike="noStrike">
              <a:solidFill>
                <a:schemeClr val="dk1"/>
              </a:solidFill>
              <a:uFillTx/>
              <a:latin typeface="Verdana"/>
            </a:endParaRPr>
          </a:p>
        </p:txBody>
      </p:sp>
      <p:pic>
        <p:nvPicPr>
          <p:cNvPr id="48" name="Picture 11" descr="A close up of a sign&#10;&#10;Description automatically generated"/>
          <p:cNvPicPr/>
          <p:nvPr/>
        </p:nvPicPr>
        <p:blipFill>
          <a:blip r:embed="rId3">
            <a:alphaModFix amt="50000"/>
          </a:blip>
          <a:stretch/>
        </p:blipFill>
        <p:spPr>
          <a:xfrm>
            <a:off x="628560" y="6381360"/>
            <a:ext cx="1180440" cy="367560"/>
          </a:xfrm>
          <a:prstGeom prst="rect">
            <a:avLst/>
          </a:prstGeom>
          <a:noFill/>
          <a:ln w="0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body"/>
          </p:nvPr>
        </p:nvSpPr>
        <p:spPr>
          <a:xfrm>
            <a:off x="4572000" y="1825560"/>
            <a:ext cx="3944160" cy="43509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rmAutofit/>
          </a:bodyPr>
          <a:lstStyle/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it-IT" sz="1800" b="0" i="1" u="none" strike="noStrike">
                <a:solidFill>
                  <a:schemeClr val="dk1"/>
                </a:solidFill>
                <a:uFillTx/>
                <a:latin typeface="Fira Sans"/>
              </a:rPr>
              <a:t>Fare clic sull'icona per inserire un'immagine</a:t>
            </a:r>
            <a:endParaRPr lang="it-IT" sz="1800" b="0" u="none" strike="noStrike">
              <a:solidFill>
                <a:schemeClr val="dk1">
                  <a:lumMod val="65000"/>
                  <a:lumOff val="35000"/>
                </a:schemeClr>
              </a:solidFill>
              <a:uFillTx/>
              <a:latin typeface="Fira Sans Medium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630000" y="1825560"/>
            <a:ext cx="3769560" cy="435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685800">
              <a:lnSpc>
                <a:spcPct val="90000"/>
              </a:lnSpc>
              <a:spcBef>
                <a:spcPts val="751"/>
              </a:spcBef>
              <a:buNone/>
              <a:tabLst>
                <a:tab pos="0" algn="l"/>
              </a:tabLst>
            </a:pPr>
            <a:r>
              <a:rPr lang="it-IT" sz="1800" b="0" u="none" strike="noStrike">
                <a:solidFill>
                  <a:schemeClr val="dk1">
                    <a:lumMod val="65000"/>
                    <a:lumOff val="35000"/>
                  </a:schemeClr>
                </a:solidFill>
                <a:uFillTx/>
                <a:latin typeface="Fira Sans Medium"/>
              </a:rPr>
              <a:t>Fare clic per modificare gli stili del testo dello schema</a:t>
            </a:r>
          </a:p>
        </p:txBody>
      </p:sp>
      <p:sp>
        <p:nvSpPr>
          <p:cNvPr id="51" name="PlaceHolder 3"/>
          <p:cNvSpPr>
            <a:spLocks noGrp="1"/>
          </p:cNvSpPr>
          <p:nvPr>
            <p:ph type="sldNum" idx="7"/>
          </p:nvPr>
        </p:nvSpPr>
        <p:spPr>
          <a:xfrm>
            <a:off x="6458040" y="6356520"/>
            <a:ext cx="20570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it-IT" sz="820" b="0" u="none" strike="noStrike">
                <a:solidFill>
                  <a:schemeClr val="lt1">
                    <a:lumMod val="75000"/>
                  </a:schemeClr>
                </a:solidFill>
                <a:uFillTx/>
                <a:latin typeface="Fira Sans Medium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DEF4515-45D8-4E8D-ABEB-144F06E2376A}" type="slidenum">
              <a:rPr lang="it-IT" sz="820" b="0" u="none" strike="noStrike">
                <a:solidFill>
                  <a:schemeClr val="lt1">
                    <a:lumMod val="75000"/>
                  </a:schemeClr>
                </a:solidFill>
                <a:uFillTx/>
                <a:latin typeface="Fira Sans Medium"/>
              </a:rPr>
              <a:t>‹#›</a:t>
            </a:fld>
            <a:endParaRPr lang="en-US" sz="820" b="0" u="none" strike="noStrik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title"/>
          </p:nvPr>
        </p:nvSpPr>
        <p:spPr>
          <a:xfrm>
            <a:off x="628560" y="365040"/>
            <a:ext cx="7886520" cy="988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defTabSz="685800">
              <a:lnSpc>
                <a:spcPct val="90000"/>
              </a:lnSpc>
              <a:buNone/>
            </a:pPr>
            <a:r>
              <a:rPr lang="it-IT" sz="2800" b="1" u="none" strike="noStrike">
                <a:solidFill>
                  <a:schemeClr val="dk1">
                    <a:lumMod val="85000"/>
                    <a:lumOff val="15000"/>
                  </a:schemeClr>
                </a:solidFill>
                <a:uFillTx/>
                <a:latin typeface="Roboto Slab"/>
                <a:ea typeface="Roboto Slab"/>
              </a:rPr>
              <a:t>Fare clic per modificare lo stile del titolo dello schema</a:t>
            </a:r>
            <a:endParaRPr lang="it-IT" sz="2800" b="0" u="none" strike="noStrike">
              <a:solidFill>
                <a:schemeClr val="dk1"/>
              </a:solidFill>
              <a:uFillTx/>
              <a:latin typeface="Verdana"/>
            </a:endParaRPr>
          </a:p>
        </p:txBody>
      </p:sp>
      <p:pic>
        <p:nvPicPr>
          <p:cNvPr id="53" name="Picture 6" descr="A close up of a sign&#10;&#10;Description automatically generated"/>
          <p:cNvPicPr/>
          <p:nvPr/>
        </p:nvPicPr>
        <p:blipFill>
          <a:blip r:embed="rId3">
            <a:alphaModFix amt="50000"/>
          </a:blip>
          <a:stretch/>
        </p:blipFill>
        <p:spPr>
          <a:xfrm>
            <a:off x="628560" y="6381360"/>
            <a:ext cx="1180440" cy="367560"/>
          </a:xfrm>
          <a:prstGeom prst="rect">
            <a:avLst/>
          </a:prstGeom>
          <a:noFill/>
          <a:ln w="0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body"/>
          </p:nvPr>
        </p:nvSpPr>
        <p:spPr>
          <a:xfrm>
            <a:off x="628560" y="1825560"/>
            <a:ext cx="3944160" cy="43509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rmAutofit/>
          </a:bodyPr>
          <a:lstStyle/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it-IT" sz="1800" b="0" i="1" u="none" strike="noStrike">
                <a:solidFill>
                  <a:schemeClr val="dk1"/>
                </a:solidFill>
                <a:uFillTx/>
                <a:latin typeface="Fira Sans"/>
              </a:rPr>
              <a:t>Fare clic sull'icona per inserire un'immagine</a:t>
            </a:r>
            <a:endParaRPr lang="it-IT" sz="1800" b="0" u="none" strike="noStrike">
              <a:solidFill>
                <a:schemeClr val="dk1">
                  <a:lumMod val="65000"/>
                  <a:lumOff val="35000"/>
                </a:schemeClr>
              </a:solidFill>
              <a:uFillTx/>
              <a:latin typeface="Fira Sans Medium"/>
            </a:endParaRPr>
          </a:p>
        </p:txBody>
      </p:sp>
      <p:sp>
        <p:nvSpPr>
          <p:cNvPr id="55" name="PlaceHolder 2"/>
          <p:cNvSpPr>
            <a:spLocks noGrp="1"/>
          </p:cNvSpPr>
          <p:nvPr>
            <p:ph type="body"/>
          </p:nvPr>
        </p:nvSpPr>
        <p:spPr>
          <a:xfrm>
            <a:off x="4745520" y="1825560"/>
            <a:ext cx="3769560" cy="435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685800">
              <a:lnSpc>
                <a:spcPct val="90000"/>
              </a:lnSpc>
              <a:spcBef>
                <a:spcPts val="751"/>
              </a:spcBef>
              <a:buNone/>
              <a:tabLst>
                <a:tab pos="0" algn="l"/>
              </a:tabLst>
            </a:pPr>
            <a:r>
              <a:rPr lang="it-IT" sz="1800" b="0" u="none" strike="noStrike">
                <a:solidFill>
                  <a:schemeClr val="dk1">
                    <a:lumMod val="65000"/>
                    <a:lumOff val="35000"/>
                  </a:schemeClr>
                </a:solidFill>
                <a:uFillTx/>
                <a:latin typeface="Fira Sans Medium"/>
              </a:rPr>
              <a:t>Fare clic per modificare gli stili del testo dello schema</a:t>
            </a:r>
          </a:p>
        </p:txBody>
      </p:sp>
      <p:sp>
        <p:nvSpPr>
          <p:cNvPr id="56" name="PlaceHolder 3"/>
          <p:cNvSpPr>
            <a:spLocks noGrp="1"/>
          </p:cNvSpPr>
          <p:nvPr>
            <p:ph type="sldNum" idx="8"/>
          </p:nvPr>
        </p:nvSpPr>
        <p:spPr>
          <a:xfrm>
            <a:off x="6458040" y="6356520"/>
            <a:ext cx="20570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it-IT" sz="820" b="0" u="none" strike="noStrike">
                <a:solidFill>
                  <a:schemeClr val="lt1">
                    <a:lumMod val="75000"/>
                  </a:schemeClr>
                </a:solidFill>
                <a:uFillTx/>
                <a:latin typeface="Fira Sans Medium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4961AA2-F43F-4CFF-89EF-23DE60CCF393}" type="slidenum">
              <a:rPr lang="it-IT" sz="820" b="0" u="none" strike="noStrike">
                <a:solidFill>
                  <a:schemeClr val="lt1">
                    <a:lumMod val="75000"/>
                  </a:schemeClr>
                </a:solidFill>
                <a:uFillTx/>
                <a:latin typeface="Fira Sans Medium"/>
              </a:rPr>
              <a:t>‹#›</a:t>
            </a:fld>
            <a:endParaRPr lang="en-US" sz="820" b="0" u="none" strike="noStrik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57" name="PlaceHolder 4"/>
          <p:cNvSpPr>
            <a:spLocks noGrp="1"/>
          </p:cNvSpPr>
          <p:nvPr>
            <p:ph type="title"/>
          </p:nvPr>
        </p:nvSpPr>
        <p:spPr>
          <a:xfrm>
            <a:off x="628560" y="365040"/>
            <a:ext cx="7886520" cy="988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defTabSz="685800">
              <a:lnSpc>
                <a:spcPct val="90000"/>
              </a:lnSpc>
              <a:buNone/>
            </a:pPr>
            <a:r>
              <a:rPr lang="it-IT" sz="2800" b="1" u="none" strike="noStrike">
                <a:solidFill>
                  <a:schemeClr val="dk1">
                    <a:lumMod val="85000"/>
                    <a:lumOff val="15000"/>
                  </a:schemeClr>
                </a:solidFill>
                <a:uFillTx/>
                <a:latin typeface="Roboto Slab"/>
                <a:ea typeface="Roboto Slab"/>
              </a:rPr>
              <a:t>Fare clic per modificare lo stile del titolo dello schema</a:t>
            </a:r>
            <a:endParaRPr lang="it-IT" sz="2800" b="0" u="none" strike="noStrike">
              <a:solidFill>
                <a:schemeClr val="dk1"/>
              </a:solidFill>
              <a:uFillTx/>
              <a:latin typeface="Verdana"/>
            </a:endParaRPr>
          </a:p>
        </p:txBody>
      </p:sp>
      <p:pic>
        <p:nvPicPr>
          <p:cNvPr id="58" name="Picture 6" descr="A close up of a sign&#10;&#10;Description automatically generated"/>
          <p:cNvPicPr/>
          <p:nvPr/>
        </p:nvPicPr>
        <p:blipFill>
          <a:blip r:embed="rId3">
            <a:alphaModFix amt="50000"/>
          </a:blip>
          <a:stretch/>
        </p:blipFill>
        <p:spPr>
          <a:xfrm>
            <a:off x="628560" y="6381360"/>
            <a:ext cx="1180440" cy="367560"/>
          </a:xfrm>
          <a:prstGeom prst="rect">
            <a:avLst/>
          </a:prstGeom>
          <a:noFill/>
          <a:ln w="0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subTitle"/>
          </p:nvPr>
        </p:nvSpPr>
        <p:spPr>
          <a:xfrm>
            <a:off x="644040" y="5244840"/>
            <a:ext cx="7825680" cy="916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defTabSz="685800">
              <a:lnSpc>
                <a:spcPct val="90000"/>
              </a:lnSpc>
              <a:spcBef>
                <a:spcPts val="751"/>
              </a:spcBef>
              <a:tabLst>
                <a:tab pos="0" algn="l"/>
              </a:tabLst>
            </a:pPr>
            <a:r>
              <a:rPr lang="en-US" sz="1600" b="0" u="none" strike="noStrike" dirty="0">
                <a:solidFill>
                  <a:srgbClr val="DC5959"/>
                </a:solidFill>
                <a:uFillTx/>
                <a:latin typeface="Fira Sans Medium"/>
              </a:rPr>
              <a:t>D</a:t>
            </a:r>
            <a:r>
              <a:rPr lang="it-IT" sz="1600" b="0" u="none" strike="noStrike" dirty="0">
                <a:solidFill>
                  <a:srgbClr val="DC5959"/>
                </a:solidFill>
                <a:uFillTx/>
                <a:latin typeface="Fira Sans Medium"/>
              </a:rPr>
              <a:t>eep learning a.y. </a:t>
            </a:r>
            <a:r>
              <a:rPr lang="it-IT" sz="1600" b="0" u="none" strike="noStrike">
                <a:solidFill>
                  <a:srgbClr val="DC5959"/>
                </a:solidFill>
                <a:uFillTx/>
                <a:latin typeface="Fira Sans Medium"/>
              </a:rPr>
              <a:t>2025/2026 </a:t>
            </a:r>
            <a:endParaRPr lang="en-US" sz="1600" b="0" u="none" strike="noStrike" dirty="0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 type="title"/>
          </p:nvPr>
        </p:nvSpPr>
        <p:spPr>
          <a:xfrm>
            <a:off x="644400" y="1613160"/>
            <a:ext cx="7825680" cy="20991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 defTabSz="685800">
              <a:lnSpc>
                <a:spcPct val="100000"/>
              </a:lnSpc>
              <a:buNone/>
            </a:pPr>
            <a:r>
              <a:rPr lang="en-US" sz="3200" b="1" u="none" strike="noStrike">
                <a:solidFill>
                  <a:srgbClr val="DC5959"/>
                </a:solidFill>
                <a:uFillTx/>
                <a:latin typeface="Roboto Slab"/>
                <a:ea typeface="Roboto Slab"/>
              </a:rPr>
              <a:t>Hands on: S</a:t>
            </a:r>
            <a:r>
              <a:rPr lang="it-IT" sz="3200" b="1" u="none" strike="noStrike">
                <a:solidFill>
                  <a:srgbClr val="DC5959"/>
                </a:solidFill>
                <a:uFillTx/>
                <a:latin typeface="Roboto Slab"/>
                <a:ea typeface="Roboto Slab"/>
              </a:rPr>
              <a:t>elf-supervised learning </a:t>
            </a:r>
            <a:r>
              <a:rPr lang="it-IT" sz="2000" b="1" u="none" strike="noStrike">
                <a:solidFill>
                  <a:srgbClr val="DC5959"/>
                </a:solidFill>
                <a:uFillTx/>
                <a:latin typeface="Roboto Slab"/>
                <a:ea typeface="Roboto Slab"/>
              </a:rPr>
              <a:t>(1)</a:t>
            </a:r>
            <a:endParaRPr lang="it-IT" sz="2000" b="0" u="none" strike="noStrike">
              <a:solidFill>
                <a:schemeClr val="dk1"/>
              </a:solidFill>
              <a:uFillTx/>
              <a:latin typeface="Verdana"/>
            </a:endParaRPr>
          </a:p>
        </p:txBody>
      </p:sp>
      <p:sp>
        <p:nvSpPr>
          <p:cNvPr id="61" name="PlaceHolder 3"/>
          <p:cNvSpPr>
            <a:spLocks noGrp="1"/>
          </p:cNvSpPr>
          <p:nvPr>
            <p:ph/>
          </p:nvPr>
        </p:nvSpPr>
        <p:spPr>
          <a:xfrm>
            <a:off x="644040" y="4091400"/>
            <a:ext cx="7825680" cy="748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685800">
              <a:lnSpc>
                <a:spcPct val="90000"/>
              </a:lnSpc>
              <a:spcBef>
                <a:spcPts val="751"/>
              </a:spcBef>
              <a:buNone/>
              <a:tabLst>
                <a:tab pos="0" algn="l"/>
              </a:tabLst>
            </a:pPr>
            <a:r>
              <a:rPr lang="it-IT" sz="2400" b="0" u="none" strike="noStrike" dirty="0">
                <a:solidFill>
                  <a:schemeClr val="dk1"/>
                </a:solidFill>
                <a:uFillTx/>
                <a:latin typeface="Roboto Slab"/>
                <a:ea typeface="Roboto Slab"/>
              </a:rPr>
              <a:t>20/03/2026</a:t>
            </a:r>
            <a:endParaRPr lang="it-IT" sz="2400" b="0" u="none" strike="noStrike" dirty="0">
              <a:solidFill>
                <a:schemeClr val="dk1">
                  <a:lumMod val="65000"/>
                  <a:lumOff val="35000"/>
                </a:schemeClr>
              </a:solidFill>
              <a:uFillTx/>
              <a:latin typeface="Fira Sans Medium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/>
          </p:nvPr>
        </p:nvSpPr>
        <p:spPr>
          <a:xfrm>
            <a:off x="628560" y="1140480"/>
            <a:ext cx="5016240" cy="4119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 fontScale="92500" lnSpcReduction="19999"/>
          </a:bodyPr>
          <a:lstStyle/>
          <a:p>
            <a:pPr marL="343080" indent="-343080" defTabSz="685800">
              <a:lnSpc>
                <a:spcPct val="150000"/>
              </a:lnSpc>
              <a:spcBef>
                <a:spcPts val="751"/>
              </a:spcBef>
              <a:buClr>
                <a:srgbClr val="262626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>
                    <a:lumMod val="65000"/>
                    <a:lumOff val="35000"/>
                  </a:schemeClr>
                </a:solidFill>
                <a:uFillTx/>
                <a:latin typeface="Fira Sans Medium"/>
              </a:rPr>
              <a:t>Extensive amount of annotated data is necessary for training DNNs;</a:t>
            </a:r>
            <a:endParaRPr lang="it-IT" sz="1800" b="0" u="none" strike="noStrike">
              <a:solidFill>
                <a:schemeClr val="dk1">
                  <a:lumMod val="65000"/>
                  <a:lumOff val="35000"/>
                </a:schemeClr>
              </a:solidFill>
              <a:uFillTx/>
              <a:latin typeface="Fira Sans Medium"/>
            </a:endParaRPr>
          </a:p>
          <a:p>
            <a:pPr indent="0" defTabSz="685800">
              <a:lnSpc>
                <a:spcPct val="150000"/>
              </a:lnSpc>
              <a:spcBef>
                <a:spcPts val="751"/>
              </a:spcBef>
              <a:buNone/>
            </a:pPr>
            <a:endParaRPr lang="it-IT" sz="1800" b="0" u="none" strike="noStrike">
              <a:solidFill>
                <a:schemeClr val="dk1">
                  <a:lumMod val="65000"/>
                  <a:lumOff val="35000"/>
                </a:schemeClr>
              </a:solidFill>
              <a:uFillTx/>
              <a:latin typeface="Fira Sans Medium"/>
            </a:endParaRPr>
          </a:p>
          <a:p>
            <a:pPr marL="343080" indent="-343080" defTabSz="685800">
              <a:lnSpc>
                <a:spcPct val="150000"/>
              </a:lnSpc>
              <a:spcBef>
                <a:spcPts val="751"/>
              </a:spcBef>
              <a:buClr>
                <a:srgbClr val="262626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>
                    <a:lumMod val="65000"/>
                    <a:lumOff val="35000"/>
                  </a:schemeClr>
                </a:solidFill>
                <a:uFillTx/>
                <a:latin typeface="Fira Sans Medium"/>
              </a:rPr>
              <a:t>Annotations are expensive;</a:t>
            </a:r>
            <a:endParaRPr lang="it-IT" sz="1800" b="0" u="none" strike="noStrike">
              <a:solidFill>
                <a:schemeClr val="dk1">
                  <a:lumMod val="65000"/>
                  <a:lumOff val="35000"/>
                </a:schemeClr>
              </a:solidFill>
              <a:uFillTx/>
              <a:latin typeface="Fira Sans Medium"/>
            </a:endParaRPr>
          </a:p>
          <a:p>
            <a:pPr indent="0" defTabSz="685800">
              <a:lnSpc>
                <a:spcPct val="150000"/>
              </a:lnSpc>
              <a:spcBef>
                <a:spcPts val="751"/>
              </a:spcBef>
              <a:buNone/>
            </a:pPr>
            <a:endParaRPr lang="it-IT" sz="1800" b="0" u="none" strike="noStrike">
              <a:solidFill>
                <a:schemeClr val="dk1">
                  <a:lumMod val="65000"/>
                  <a:lumOff val="35000"/>
                </a:schemeClr>
              </a:solidFill>
              <a:uFillTx/>
              <a:latin typeface="Fira Sans Medium"/>
            </a:endParaRPr>
          </a:p>
          <a:p>
            <a:pPr marL="343080" indent="-343080" defTabSz="685800">
              <a:lnSpc>
                <a:spcPct val="150000"/>
              </a:lnSpc>
              <a:spcBef>
                <a:spcPts val="751"/>
              </a:spcBef>
              <a:buClr>
                <a:srgbClr val="262626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>
                    <a:lumMod val="65000"/>
                    <a:lumOff val="35000"/>
                  </a:schemeClr>
                </a:solidFill>
                <a:uFillTx/>
                <a:latin typeface="Fira Sans Medium"/>
              </a:rPr>
              <a:t>SSL to leverage unannotated data for learning a general representation;</a:t>
            </a:r>
            <a:endParaRPr lang="it-IT" sz="1800" b="0" u="none" strike="noStrike">
              <a:solidFill>
                <a:schemeClr val="dk1">
                  <a:lumMod val="65000"/>
                  <a:lumOff val="35000"/>
                </a:schemeClr>
              </a:solidFill>
              <a:uFillTx/>
              <a:latin typeface="Fira Sans Medium"/>
            </a:endParaRPr>
          </a:p>
          <a:p>
            <a:pPr indent="0" defTabSz="685800">
              <a:lnSpc>
                <a:spcPct val="150000"/>
              </a:lnSpc>
              <a:spcBef>
                <a:spcPts val="751"/>
              </a:spcBef>
              <a:buNone/>
            </a:pPr>
            <a:endParaRPr lang="it-IT" sz="1800" b="0" u="none" strike="noStrike">
              <a:solidFill>
                <a:schemeClr val="dk1">
                  <a:lumMod val="65000"/>
                  <a:lumOff val="35000"/>
                </a:schemeClr>
              </a:solidFill>
              <a:uFillTx/>
              <a:latin typeface="Fira Sans Medium"/>
            </a:endParaRPr>
          </a:p>
          <a:p>
            <a:pPr marL="343080" indent="-343080" defTabSz="685800">
              <a:lnSpc>
                <a:spcPct val="150000"/>
              </a:lnSpc>
              <a:spcBef>
                <a:spcPts val="751"/>
              </a:spcBef>
              <a:buClr>
                <a:srgbClr val="262626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>
                    <a:lumMod val="65000"/>
                    <a:lumOff val="35000"/>
                  </a:schemeClr>
                </a:solidFill>
                <a:uFillTx/>
                <a:latin typeface="Fira Sans Medium"/>
              </a:rPr>
              <a:t>Supervisory signals are implicit and generated from the data itself.</a:t>
            </a:r>
            <a:endParaRPr lang="it-IT" sz="1800" b="0" u="none" strike="noStrike">
              <a:solidFill>
                <a:schemeClr val="dk1">
                  <a:lumMod val="65000"/>
                  <a:lumOff val="35000"/>
                </a:schemeClr>
              </a:solidFill>
              <a:uFillTx/>
              <a:latin typeface="Fira Sans Medium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 type="title"/>
          </p:nvPr>
        </p:nvSpPr>
        <p:spPr>
          <a:xfrm>
            <a:off x="628560" y="365040"/>
            <a:ext cx="7886520" cy="988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defTabSz="685800">
              <a:lnSpc>
                <a:spcPct val="90000"/>
              </a:lnSpc>
              <a:buNone/>
            </a:pPr>
            <a:r>
              <a:rPr lang="en-US" sz="2800" b="1" u="none" strike="noStrike">
                <a:solidFill>
                  <a:schemeClr val="dk1">
                    <a:lumMod val="85000"/>
                    <a:lumOff val="15000"/>
                  </a:schemeClr>
                </a:solidFill>
                <a:uFillTx/>
                <a:latin typeface="Roboto Slab"/>
                <a:ea typeface="Roboto Slab"/>
              </a:rPr>
              <a:t>Self-supervised learning </a:t>
            </a:r>
            <a:endParaRPr lang="it-IT" sz="2800" b="0" u="none" strike="noStrike">
              <a:solidFill>
                <a:schemeClr val="dk1"/>
              </a:solidFill>
              <a:uFillTx/>
              <a:latin typeface="Verdan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628560" y="5748480"/>
            <a:ext cx="7886520" cy="4284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it-IT" sz="1050" b="0" i="1" u="none" strike="noStrike">
              <a:solidFill>
                <a:schemeClr val="dk1">
                  <a:lumMod val="65000"/>
                  <a:lumOff val="35000"/>
                </a:schemeClr>
              </a:solidFill>
              <a:uFillTx/>
              <a:latin typeface="Fira Sans Medium"/>
            </a:endParaRPr>
          </a:p>
        </p:txBody>
      </p:sp>
      <p:pic>
        <p:nvPicPr>
          <p:cNvPr id="65" name="Immagine 7" descr="Immagine che contiene invertebrato, artropode, parassita, insetto&#10;&#10;Descrizione generata automaticamente"/>
          <p:cNvPicPr/>
          <p:nvPr/>
        </p:nvPicPr>
        <p:blipFill>
          <a:blip r:embed="rId2"/>
          <a:stretch/>
        </p:blipFill>
        <p:spPr>
          <a:xfrm>
            <a:off x="6377760" y="551160"/>
            <a:ext cx="1744560" cy="1920240"/>
          </a:xfrm>
          <a:prstGeom prst="rect">
            <a:avLst/>
          </a:prstGeom>
          <a:noFill/>
          <a:ln w="0">
            <a:solidFill>
              <a:srgbClr val="000000"/>
            </a:solidFill>
          </a:ln>
        </p:spPr>
      </p:pic>
      <p:sp>
        <p:nvSpPr>
          <p:cNvPr id="66" name="Rettangolo 8"/>
          <p:cNvSpPr/>
          <p:nvPr/>
        </p:nvSpPr>
        <p:spPr>
          <a:xfrm>
            <a:off x="7149600" y="1146600"/>
            <a:ext cx="668880" cy="63576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it-IT" sz="1800" b="0" u="none" strike="noStrike">
              <a:solidFill>
                <a:schemeClr val="lt1"/>
              </a:solidFill>
              <a:uFillTx/>
              <a:latin typeface="Verdana"/>
            </a:endParaRPr>
          </a:p>
        </p:txBody>
      </p:sp>
      <p:pic>
        <p:nvPicPr>
          <p:cNvPr id="67" name="Immagine 9" descr="Immagine che contiene invertebrato, artropode, parassita, insetto&#10;&#10;Descrizione generata automaticamente"/>
          <p:cNvPicPr/>
          <p:nvPr/>
        </p:nvPicPr>
        <p:blipFill>
          <a:blip r:embed="rId2"/>
          <a:stretch/>
        </p:blipFill>
        <p:spPr>
          <a:xfrm>
            <a:off x="6377760" y="3254760"/>
            <a:ext cx="1744560" cy="1920240"/>
          </a:xfrm>
          <a:prstGeom prst="rect">
            <a:avLst/>
          </a:prstGeom>
          <a:noFill/>
          <a:ln w="0">
            <a:solidFill>
              <a:srgbClr val="000000"/>
            </a:solidFill>
          </a:ln>
        </p:spPr>
      </p:pic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C192B993-305C-4164-AC5F-D28869C14769}" type="slidenum">
              <a:t>2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PlaceHolder 1"/>
          <p:cNvSpPr>
            <a:spLocks noGrp="1"/>
          </p:cNvSpPr>
          <p:nvPr>
            <p:ph type="title"/>
          </p:nvPr>
        </p:nvSpPr>
        <p:spPr>
          <a:xfrm>
            <a:off x="0" y="183960"/>
            <a:ext cx="7886520" cy="988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defTabSz="685800">
              <a:lnSpc>
                <a:spcPct val="90000"/>
              </a:lnSpc>
              <a:buNone/>
            </a:pPr>
            <a:r>
              <a:rPr lang="en-US" sz="2800" b="1" u="none" strike="noStrike">
                <a:solidFill>
                  <a:schemeClr val="dk1">
                    <a:lumMod val="85000"/>
                    <a:lumOff val="15000"/>
                  </a:schemeClr>
                </a:solidFill>
                <a:uFillTx/>
                <a:latin typeface="Roboto Slab"/>
                <a:ea typeface="Roboto Slab"/>
              </a:rPr>
              <a:t>Self-supervised pre-text tasks: Rotation</a:t>
            </a:r>
            <a:endParaRPr lang="it-IT" sz="2800" b="0" u="none" strike="noStrike">
              <a:solidFill>
                <a:schemeClr val="dk1"/>
              </a:solidFill>
              <a:uFillTx/>
              <a:latin typeface="Verdana"/>
            </a:endParaRPr>
          </a:p>
        </p:txBody>
      </p:sp>
      <p:grpSp>
        <p:nvGrpSpPr>
          <p:cNvPr id="69" name="Gruppo 21"/>
          <p:cNvGrpSpPr/>
          <p:nvPr/>
        </p:nvGrpSpPr>
        <p:grpSpPr>
          <a:xfrm>
            <a:off x="387720" y="752040"/>
            <a:ext cx="7847640" cy="4172400"/>
            <a:chOff x="387720" y="752040"/>
            <a:chExt cx="7847640" cy="4172400"/>
          </a:xfrm>
        </p:grpSpPr>
        <p:pic>
          <p:nvPicPr>
            <p:cNvPr id="70" name="Immagine 11"/>
            <p:cNvPicPr/>
            <p:nvPr/>
          </p:nvPicPr>
          <p:blipFill>
            <a:blip r:embed="rId2"/>
            <a:stretch/>
          </p:blipFill>
          <p:spPr>
            <a:xfrm>
              <a:off x="387720" y="752040"/>
              <a:ext cx="4115520" cy="417240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71" name="Rettangolo 13"/>
            <p:cNvSpPr/>
            <p:nvPr/>
          </p:nvSpPr>
          <p:spPr>
            <a:xfrm>
              <a:off x="4615200" y="2266200"/>
              <a:ext cx="1024920" cy="1439640"/>
            </a:xfrm>
            <a:prstGeom prst="rect">
              <a:avLst/>
            </a:prstGeom>
            <a:solidFill>
              <a:srgbClr val="FF0000"/>
            </a:solidFill>
            <a:ln>
              <a:solidFill>
                <a:srgbClr val="FFFF00"/>
              </a:solidFill>
            </a:ln>
            <a:scene3d>
              <a:camera prst="obliqueTopRight">
                <a:rot lat="0" lon="16499972" rev="0"/>
              </a:camera>
              <a:lightRig rig="threePt" dir="t"/>
            </a:scene3d>
            <a:sp3d extrusionH="1778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endParaRPr lang="it-IT" sz="1800" b="0" u="none" strike="noStrike">
                <a:solidFill>
                  <a:schemeClr val="lt1"/>
                </a:solidFill>
                <a:uFillTx/>
                <a:latin typeface="Verdana"/>
              </a:endParaRPr>
            </a:p>
          </p:txBody>
        </p:sp>
        <p:sp>
          <p:nvSpPr>
            <p:cNvPr id="72" name="Rettangolo 14"/>
            <p:cNvSpPr/>
            <p:nvPr/>
          </p:nvSpPr>
          <p:spPr>
            <a:xfrm>
              <a:off x="5137920" y="2578680"/>
              <a:ext cx="1024920" cy="982440"/>
            </a:xfrm>
            <a:prstGeom prst="rect">
              <a:avLst/>
            </a:prstGeom>
            <a:solidFill>
              <a:srgbClr val="FF0000"/>
            </a:solidFill>
            <a:ln>
              <a:solidFill>
                <a:srgbClr val="FFFF00"/>
              </a:solidFill>
            </a:ln>
            <a:scene3d>
              <a:camera prst="obliqueTopRight">
                <a:rot lat="0" lon="16499972" rev="0"/>
              </a:camera>
              <a:lightRig rig="threePt" dir="t"/>
            </a:scene3d>
            <a:sp3d extrusionH="3619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endParaRPr lang="it-IT" sz="1800" b="0" u="none" strike="noStrike">
                <a:solidFill>
                  <a:schemeClr val="lt1"/>
                </a:solidFill>
                <a:uFillTx/>
                <a:latin typeface="Verdana"/>
              </a:endParaRPr>
            </a:p>
          </p:txBody>
        </p:sp>
        <p:sp>
          <p:nvSpPr>
            <p:cNvPr id="73" name="Rettangolo 15"/>
            <p:cNvSpPr/>
            <p:nvPr/>
          </p:nvSpPr>
          <p:spPr>
            <a:xfrm>
              <a:off x="5745960" y="2944440"/>
              <a:ext cx="1024920" cy="499680"/>
            </a:xfrm>
            <a:prstGeom prst="rect">
              <a:avLst/>
            </a:prstGeom>
            <a:solidFill>
              <a:srgbClr val="FF0000"/>
            </a:solidFill>
            <a:ln>
              <a:solidFill>
                <a:srgbClr val="FFFF00"/>
              </a:solidFill>
            </a:ln>
            <a:scene3d>
              <a:camera prst="obliqueTopRight">
                <a:rot lat="0" lon="16499972" rev="0"/>
              </a:camera>
              <a:lightRig rig="threePt" dir="t"/>
            </a:scene3d>
            <a:sp3d extrusionH="3810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endParaRPr lang="it-IT" sz="1800" b="0" u="none" strike="noStrike">
                <a:solidFill>
                  <a:schemeClr val="lt1"/>
                </a:solidFill>
                <a:uFillTx/>
                <a:latin typeface="Verdana"/>
              </a:endParaRPr>
            </a:p>
          </p:txBody>
        </p:sp>
        <p:cxnSp>
          <p:nvCxnSpPr>
            <p:cNvPr id="74" name="Connettore 2 19"/>
            <p:cNvCxnSpPr/>
            <p:nvPr/>
          </p:nvCxnSpPr>
          <p:spPr>
            <a:xfrm>
              <a:off x="6507000" y="3140280"/>
              <a:ext cx="770400" cy="360"/>
            </a:xfrm>
            <a:prstGeom prst="straightConnector1">
              <a:avLst/>
            </a:prstGeom>
            <a:ln>
              <a:solidFill>
                <a:srgbClr val="000000"/>
              </a:solidFill>
              <a:tailEnd type="triangle" w="med" len="med"/>
            </a:ln>
          </p:spPr>
        </p:cxnSp>
        <p:sp>
          <p:nvSpPr>
            <p:cNvPr id="75" name="CasellaDiTesto 20"/>
            <p:cNvSpPr/>
            <p:nvPr/>
          </p:nvSpPr>
          <p:spPr>
            <a:xfrm>
              <a:off x="7321320" y="2678040"/>
              <a:ext cx="914040" cy="91404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anchor="ctr">
              <a:norm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050" b="0" i="1" u="none" strike="noStrike">
                  <a:solidFill>
                    <a:schemeClr val="dk1"/>
                  </a:solidFill>
                  <a:uFillTx/>
                  <a:latin typeface="Fira Sans"/>
                </a:rPr>
                <a:t>Predict rotation</a:t>
              </a:r>
              <a:endParaRPr lang="en-US" sz="1050" b="0" u="none" strike="noStrike">
                <a:solidFill>
                  <a:srgbClr val="000000"/>
                </a:solidFill>
                <a:uFillTx/>
                <a:latin typeface="Arial"/>
              </a:endParaRPr>
            </a:p>
          </p:txBody>
        </p:sp>
      </p:grpSp>
      <p:sp>
        <p:nvSpPr>
          <p:cNvPr id="76" name="Rettangolo 22"/>
          <p:cNvSpPr/>
          <p:nvPr/>
        </p:nvSpPr>
        <p:spPr>
          <a:xfrm>
            <a:off x="4710600" y="5100120"/>
            <a:ext cx="1024920" cy="1439640"/>
          </a:xfrm>
          <a:prstGeom prst="rect">
            <a:avLst/>
          </a:prstGeom>
          <a:solidFill>
            <a:srgbClr val="FF0000"/>
          </a:solidFill>
          <a:ln>
            <a:solidFill>
              <a:srgbClr val="FFFF00"/>
            </a:solidFill>
          </a:ln>
          <a:scene3d>
            <a:camera prst="obliqueTopRight">
              <a:rot lat="0" lon="16499972" rev="0"/>
            </a:camera>
            <a:lightRig rig="threePt" dir="t"/>
          </a:scene3d>
          <a:sp3d extrusionH="1778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it-IT" sz="1800" b="0" u="none" strike="noStrike">
              <a:solidFill>
                <a:schemeClr val="lt1"/>
              </a:solidFill>
              <a:uFillTx/>
              <a:latin typeface="Verdana"/>
            </a:endParaRPr>
          </a:p>
        </p:txBody>
      </p:sp>
      <p:sp>
        <p:nvSpPr>
          <p:cNvPr id="77" name="Rettangolo 23"/>
          <p:cNvSpPr/>
          <p:nvPr/>
        </p:nvSpPr>
        <p:spPr>
          <a:xfrm>
            <a:off x="5233320" y="5412600"/>
            <a:ext cx="1024920" cy="982440"/>
          </a:xfrm>
          <a:prstGeom prst="rect">
            <a:avLst/>
          </a:prstGeom>
          <a:solidFill>
            <a:srgbClr val="FF0000"/>
          </a:solidFill>
          <a:ln>
            <a:solidFill>
              <a:srgbClr val="FFFF00"/>
            </a:solidFill>
          </a:ln>
          <a:scene3d>
            <a:camera prst="obliqueTopRight">
              <a:rot lat="0" lon="16499972" rev="0"/>
            </a:camera>
            <a:lightRig rig="threePt" dir="t"/>
          </a:scene3d>
          <a:sp3d extrusionH="3619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it-IT" sz="1800" b="0" u="none" strike="noStrike">
              <a:solidFill>
                <a:schemeClr val="lt1"/>
              </a:solidFill>
              <a:uFillTx/>
              <a:latin typeface="Verdana"/>
            </a:endParaRPr>
          </a:p>
        </p:txBody>
      </p:sp>
      <p:sp>
        <p:nvSpPr>
          <p:cNvPr id="78" name="Rettangolo 24"/>
          <p:cNvSpPr/>
          <p:nvPr/>
        </p:nvSpPr>
        <p:spPr>
          <a:xfrm>
            <a:off x="5841360" y="5778360"/>
            <a:ext cx="1024920" cy="499680"/>
          </a:xfrm>
          <a:prstGeom prst="rect">
            <a:avLst/>
          </a:prstGeom>
          <a:solidFill>
            <a:srgbClr val="FF0000"/>
          </a:solidFill>
          <a:ln>
            <a:solidFill>
              <a:srgbClr val="FFFF00"/>
            </a:solidFill>
          </a:ln>
          <a:scene3d>
            <a:camera prst="obliqueTopRight">
              <a:rot lat="0" lon="16499972" rev="0"/>
            </a:camera>
            <a:lightRig rig="threePt" dir="t"/>
          </a:scene3d>
          <a:sp3d extrusionH="3810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it-IT" sz="1800" b="0" u="none" strike="noStrike">
              <a:solidFill>
                <a:schemeClr val="lt1"/>
              </a:solidFill>
              <a:uFillTx/>
              <a:latin typeface="Verdana"/>
            </a:endParaRPr>
          </a:p>
        </p:txBody>
      </p:sp>
      <p:pic>
        <p:nvPicPr>
          <p:cNvPr id="79" name="Immagine 26"/>
          <p:cNvPicPr/>
          <p:nvPr/>
        </p:nvPicPr>
        <p:blipFill>
          <a:blip r:embed="rId3"/>
          <a:stretch/>
        </p:blipFill>
        <p:spPr>
          <a:xfrm>
            <a:off x="2926080" y="5342040"/>
            <a:ext cx="1122840" cy="1122840"/>
          </a:xfrm>
          <a:prstGeom prst="rect">
            <a:avLst/>
          </a:prstGeom>
          <a:noFill/>
          <a:ln w="0">
            <a:noFill/>
          </a:ln>
        </p:spPr>
      </p:pic>
      <p:cxnSp>
        <p:nvCxnSpPr>
          <p:cNvPr id="80" name="Connettore 2 27"/>
          <p:cNvCxnSpPr/>
          <p:nvPr/>
        </p:nvCxnSpPr>
        <p:spPr>
          <a:xfrm>
            <a:off x="4028760" y="5936400"/>
            <a:ext cx="770400" cy="360"/>
          </a:xfrm>
          <a:prstGeom prst="straightConnector1">
            <a:avLst/>
          </a:prstGeom>
          <a:ln>
            <a:solidFill>
              <a:srgbClr val="000000"/>
            </a:solidFill>
            <a:tailEnd type="triangle" w="med" len="med"/>
          </a:ln>
        </p:spPr>
      </p:cxnSp>
      <p:cxnSp>
        <p:nvCxnSpPr>
          <p:cNvPr id="81" name="Connettore 2 28"/>
          <p:cNvCxnSpPr/>
          <p:nvPr/>
        </p:nvCxnSpPr>
        <p:spPr>
          <a:xfrm>
            <a:off x="6647760" y="5943240"/>
            <a:ext cx="770400" cy="360"/>
          </a:xfrm>
          <a:prstGeom prst="straightConnector1">
            <a:avLst/>
          </a:prstGeom>
          <a:ln>
            <a:solidFill>
              <a:srgbClr val="000000"/>
            </a:solidFill>
            <a:tailEnd type="triangle" w="med" len="med"/>
          </a:ln>
        </p:spPr>
      </p:cxnSp>
      <p:sp>
        <p:nvSpPr>
          <p:cNvPr id="82" name="CasellaDiTesto 29"/>
          <p:cNvSpPr/>
          <p:nvPr/>
        </p:nvSpPr>
        <p:spPr>
          <a:xfrm>
            <a:off x="7462080" y="5480640"/>
            <a:ext cx="914040" cy="914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i="1" u="none" strike="noStrike">
                <a:solidFill>
                  <a:schemeClr val="dk1"/>
                </a:solidFill>
                <a:uFillTx/>
                <a:latin typeface="Fira Sans"/>
              </a:rPr>
              <a:t>Predict target class</a:t>
            </a:r>
            <a:endParaRPr lang="en-US" sz="105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83" name="Freccia in giù 30"/>
          <p:cNvSpPr/>
          <p:nvPr/>
        </p:nvSpPr>
        <p:spPr>
          <a:xfrm>
            <a:off x="5453280" y="3823200"/>
            <a:ext cx="387720" cy="115956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C00000"/>
          </a:solidFill>
          <a:ln>
            <a:solidFill>
              <a:srgbClr val="54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it-IT" sz="1800" b="0" u="none" strike="noStrike">
              <a:solidFill>
                <a:schemeClr val="lt1"/>
              </a:solidFill>
              <a:uFillTx/>
              <a:latin typeface="Verdana"/>
            </a:endParaRPr>
          </a:p>
        </p:txBody>
      </p:sp>
      <p:sp>
        <p:nvSpPr>
          <p:cNvPr id="84" name="CasellaDiTesto 31"/>
          <p:cNvSpPr/>
          <p:nvPr/>
        </p:nvSpPr>
        <p:spPr>
          <a:xfrm>
            <a:off x="5876640" y="3951000"/>
            <a:ext cx="914040" cy="914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i="1" u="none" strike="noStrike">
                <a:solidFill>
                  <a:schemeClr val="dk1"/>
                </a:solidFill>
                <a:uFillTx/>
                <a:latin typeface="Fira Sans"/>
              </a:rPr>
              <a:t>Transfer weights</a:t>
            </a:r>
            <a:endParaRPr lang="en-US" sz="105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1F9D8B8B-8DD6-4FD9-869C-AB36E49CB86F}" type="slidenum">
              <a:t>3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PlaceHolder 1"/>
          <p:cNvSpPr>
            <a:spLocks noGrp="1"/>
          </p:cNvSpPr>
          <p:nvPr>
            <p:ph type="title"/>
          </p:nvPr>
        </p:nvSpPr>
        <p:spPr>
          <a:xfrm>
            <a:off x="0" y="183960"/>
            <a:ext cx="7886520" cy="988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defTabSz="685800">
              <a:lnSpc>
                <a:spcPct val="90000"/>
              </a:lnSpc>
              <a:buNone/>
            </a:pPr>
            <a:r>
              <a:rPr lang="en-US" sz="2800" b="1" u="none" strike="noStrike">
                <a:solidFill>
                  <a:schemeClr val="dk1">
                    <a:lumMod val="85000"/>
                    <a:lumOff val="15000"/>
                  </a:schemeClr>
                </a:solidFill>
                <a:uFillTx/>
                <a:latin typeface="Roboto Slab"/>
                <a:ea typeface="Roboto Slab"/>
              </a:rPr>
              <a:t>Self-supervised pre-text tasks: Rotation</a:t>
            </a:r>
            <a:endParaRPr lang="it-IT" sz="2800" b="0" u="none" strike="noStrike">
              <a:solidFill>
                <a:schemeClr val="dk1"/>
              </a:solidFill>
              <a:uFillTx/>
              <a:latin typeface="Verdana"/>
            </a:endParaRPr>
          </a:p>
        </p:txBody>
      </p:sp>
      <p:grpSp>
        <p:nvGrpSpPr>
          <p:cNvPr id="86" name="Gruppo 21"/>
          <p:cNvGrpSpPr/>
          <p:nvPr/>
        </p:nvGrpSpPr>
        <p:grpSpPr>
          <a:xfrm>
            <a:off x="387720" y="752040"/>
            <a:ext cx="7847640" cy="4172400"/>
            <a:chOff x="387720" y="752040"/>
            <a:chExt cx="7847640" cy="4172400"/>
          </a:xfrm>
        </p:grpSpPr>
        <p:pic>
          <p:nvPicPr>
            <p:cNvPr id="87" name="Immagine 11"/>
            <p:cNvPicPr/>
            <p:nvPr/>
          </p:nvPicPr>
          <p:blipFill>
            <a:blip r:embed="rId2"/>
            <a:stretch/>
          </p:blipFill>
          <p:spPr>
            <a:xfrm>
              <a:off x="387720" y="752040"/>
              <a:ext cx="4115520" cy="417240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88" name="Rettangolo 13"/>
            <p:cNvSpPr/>
            <p:nvPr/>
          </p:nvSpPr>
          <p:spPr>
            <a:xfrm>
              <a:off x="4615200" y="2266200"/>
              <a:ext cx="1024920" cy="1439640"/>
            </a:xfrm>
            <a:prstGeom prst="rect">
              <a:avLst/>
            </a:prstGeom>
            <a:solidFill>
              <a:srgbClr val="FF0000"/>
            </a:solidFill>
            <a:ln>
              <a:solidFill>
                <a:srgbClr val="FFFF00"/>
              </a:solidFill>
            </a:ln>
            <a:scene3d>
              <a:camera prst="obliqueTopRight">
                <a:rot lat="0" lon="16499972" rev="0"/>
              </a:camera>
              <a:lightRig rig="threePt" dir="t"/>
            </a:scene3d>
            <a:sp3d extrusionH="1778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endParaRPr lang="it-IT" sz="1800" b="0" u="none" strike="noStrike">
                <a:solidFill>
                  <a:schemeClr val="lt1"/>
                </a:solidFill>
                <a:uFillTx/>
                <a:latin typeface="Verdana"/>
              </a:endParaRPr>
            </a:p>
          </p:txBody>
        </p:sp>
        <p:sp>
          <p:nvSpPr>
            <p:cNvPr id="89" name="Rettangolo 14"/>
            <p:cNvSpPr/>
            <p:nvPr/>
          </p:nvSpPr>
          <p:spPr>
            <a:xfrm>
              <a:off x="5137920" y="2578680"/>
              <a:ext cx="1024920" cy="982440"/>
            </a:xfrm>
            <a:prstGeom prst="rect">
              <a:avLst/>
            </a:prstGeom>
            <a:solidFill>
              <a:srgbClr val="FF0000"/>
            </a:solidFill>
            <a:ln>
              <a:solidFill>
                <a:srgbClr val="FFFF00"/>
              </a:solidFill>
            </a:ln>
            <a:scene3d>
              <a:camera prst="obliqueTopRight">
                <a:rot lat="0" lon="16499972" rev="0"/>
              </a:camera>
              <a:lightRig rig="threePt" dir="t"/>
            </a:scene3d>
            <a:sp3d extrusionH="3619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endParaRPr lang="it-IT" sz="1800" b="0" u="none" strike="noStrike">
                <a:solidFill>
                  <a:schemeClr val="lt1"/>
                </a:solidFill>
                <a:uFillTx/>
                <a:latin typeface="Verdana"/>
              </a:endParaRPr>
            </a:p>
          </p:txBody>
        </p:sp>
        <p:sp>
          <p:nvSpPr>
            <p:cNvPr id="90" name="Rettangolo 15"/>
            <p:cNvSpPr/>
            <p:nvPr/>
          </p:nvSpPr>
          <p:spPr>
            <a:xfrm>
              <a:off x="5745960" y="2944440"/>
              <a:ext cx="1024920" cy="499680"/>
            </a:xfrm>
            <a:prstGeom prst="rect">
              <a:avLst/>
            </a:prstGeom>
            <a:solidFill>
              <a:srgbClr val="FF0000"/>
            </a:solidFill>
            <a:ln>
              <a:solidFill>
                <a:srgbClr val="FFFF00"/>
              </a:solidFill>
            </a:ln>
            <a:scene3d>
              <a:camera prst="obliqueTopRight">
                <a:rot lat="0" lon="16499972" rev="0"/>
              </a:camera>
              <a:lightRig rig="threePt" dir="t"/>
            </a:scene3d>
            <a:sp3d extrusionH="3810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endParaRPr lang="it-IT" sz="1800" b="0" u="none" strike="noStrike">
                <a:solidFill>
                  <a:schemeClr val="lt1"/>
                </a:solidFill>
                <a:uFillTx/>
                <a:latin typeface="Verdana"/>
              </a:endParaRPr>
            </a:p>
          </p:txBody>
        </p:sp>
        <p:cxnSp>
          <p:nvCxnSpPr>
            <p:cNvPr id="91" name="Connettore 2 19"/>
            <p:cNvCxnSpPr/>
            <p:nvPr/>
          </p:nvCxnSpPr>
          <p:spPr>
            <a:xfrm>
              <a:off x="6507000" y="3140280"/>
              <a:ext cx="770400" cy="360"/>
            </a:xfrm>
            <a:prstGeom prst="straightConnector1">
              <a:avLst/>
            </a:prstGeom>
            <a:ln>
              <a:solidFill>
                <a:srgbClr val="000000"/>
              </a:solidFill>
              <a:tailEnd type="triangle" w="med" len="med"/>
            </a:ln>
          </p:spPr>
        </p:cxnSp>
        <p:sp>
          <p:nvSpPr>
            <p:cNvPr id="92" name="CasellaDiTesto 20"/>
            <p:cNvSpPr/>
            <p:nvPr/>
          </p:nvSpPr>
          <p:spPr>
            <a:xfrm>
              <a:off x="7321320" y="2678040"/>
              <a:ext cx="914040" cy="91404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anchor="ctr">
              <a:norm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050" b="0" i="1" u="none" strike="noStrike">
                  <a:solidFill>
                    <a:schemeClr val="dk1"/>
                  </a:solidFill>
                  <a:uFillTx/>
                  <a:latin typeface="Fira Sans"/>
                </a:rPr>
                <a:t>Predict rotation</a:t>
              </a:r>
              <a:endParaRPr lang="en-US" sz="1050" b="0" u="none" strike="noStrike">
                <a:solidFill>
                  <a:srgbClr val="000000"/>
                </a:solidFill>
                <a:uFillTx/>
                <a:latin typeface="Arial"/>
              </a:endParaRPr>
            </a:p>
          </p:txBody>
        </p:sp>
      </p:grpSp>
      <p:sp>
        <p:nvSpPr>
          <p:cNvPr id="93" name="Rettangolo 22"/>
          <p:cNvSpPr/>
          <p:nvPr/>
        </p:nvSpPr>
        <p:spPr>
          <a:xfrm>
            <a:off x="4710600" y="5100120"/>
            <a:ext cx="1024920" cy="1439640"/>
          </a:xfrm>
          <a:prstGeom prst="rect">
            <a:avLst/>
          </a:prstGeom>
          <a:solidFill>
            <a:srgbClr val="FF0000"/>
          </a:solidFill>
          <a:ln>
            <a:solidFill>
              <a:srgbClr val="FFFF00"/>
            </a:solidFill>
          </a:ln>
          <a:scene3d>
            <a:camera prst="obliqueTopRight">
              <a:rot lat="0" lon="16499972" rev="0"/>
            </a:camera>
            <a:lightRig rig="threePt" dir="t"/>
          </a:scene3d>
          <a:sp3d extrusionH="1778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it-IT" sz="1800" b="0" u="none" strike="noStrike">
              <a:solidFill>
                <a:schemeClr val="lt1"/>
              </a:solidFill>
              <a:uFillTx/>
              <a:latin typeface="Verdana"/>
            </a:endParaRPr>
          </a:p>
        </p:txBody>
      </p:sp>
      <p:sp>
        <p:nvSpPr>
          <p:cNvPr id="94" name="Rettangolo 23"/>
          <p:cNvSpPr/>
          <p:nvPr/>
        </p:nvSpPr>
        <p:spPr>
          <a:xfrm>
            <a:off x="5233320" y="5412600"/>
            <a:ext cx="1024920" cy="982440"/>
          </a:xfrm>
          <a:prstGeom prst="rect">
            <a:avLst/>
          </a:prstGeom>
          <a:solidFill>
            <a:srgbClr val="FF0000"/>
          </a:solidFill>
          <a:ln>
            <a:solidFill>
              <a:srgbClr val="FFFF00"/>
            </a:solidFill>
          </a:ln>
          <a:scene3d>
            <a:camera prst="obliqueTopRight">
              <a:rot lat="0" lon="16499972" rev="0"/>
            </a:camera>
            <a:lightRig rig="threePt" dir="t"/>
          </a:scene3d>
          <a:sp3d extrusionH="3619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it-IT" sz="1800" b="0" u="none" strike="noStrike">
              <a:solidFill>
                <a:schemeClr val="lt1"/>
              </a:solidFill>
              <a:uFillTx/>
              <a:latin typeface="Verdana"/>
            </a:endParaRPr>
          </a:p>
        </p:txBody>
      </p:sp>
      <p:sp>
        <p:nvSpPr>
          <p:cNvPr id="95" name="Rettangolo 24"/>
          <p:cNvSpPr/>
          <p:nvPr/>
        </p:nvSpPr>
        <p:spPr>
          <a:xfrm>
            <a:off x="5841360" y="5778360"/>
            <a:ext cx="1024920" cy="499680"/>
          </a:xfrm>
          <a:prstGeom prst="rect">
            <a:avLst/>
          </a:prstGeom>
          <a:solidFill>
            <a:srgbClr val="FF0000"/>
          </a:solidFill>
          <a:ln>
            <a:solidFill>
              <a:srgbClr val="FFFF00"/>
            </a:solidFill>
          </a:ln>
          <a:scene3d>
            <a:camera prst="obliqueTopRight">
              <a:rot lat="0" lon="16499972" rev="0"/>
            </a:camera>
            <a:lightRig rig="threePt" dir="t"/>
          </a:scene3d>
          <a:sp3d extrusionH="3810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it-IT" sz="1800" b="0" u="none" strike="noStrike">
              <a:solidFill>
                <a:schemeClr val="lt1"/>
              </a:solidFill>
              <a:uFillTx/>
              <a:latin typeface="Verdana"/>
            </a:endParaRPr>
          </a:p>
        </p:txBody>
      </p:sp>
      <p:pic>
        <p:nvPicPr>
          <p:cNvPr id="96" name="Immagine 26"/>
          <p:cNvPicPr/>
          <p:nvPr/>
        </p:nvPicPr>
        <p:blipFill>
          <a:blip r:embed="rId3"/>
          <a:stretch/>
        </p:blipFill>
        <p:spPr>
          <a:xfrm>
            <a:off x="2926080" y="5342040"/>
            <a:ext cx="1122840" cy="1122840"/>
          </a:xfrm>
          <a:prstGeom prst="rect">
            <a:avLst/>
          </a:prstGeom>
          <a:noFill/>
          <a:ln w="0">
            <a:noFill/>
          </a:ln>
        </p:spPr>
      </p:pic>
      <p:cxnSp>
        <p:nvCxnSpPr>
          <p:cNvPr id="97" name="Connettore 2 27"/>
          <p:cNvCxnSpPr/>
          <p:nvPr/>
        </p:nvCxnSpPr>
        <p:spPr>
          <a:xfrm>
            <a:off x="4028760" y="5936400"/>
            <a:ext cx="770400" cy="360"/>
          </a:xfrm>
          <a:prstGeom prst="straightConnector1">
            <a:avLst/>
          </a:prstGeom>
          <a:ln>
            <a:solidFill>
              <a:srgbClr val="000000"/>
            </a:solidFill>
            <a:tailEnd type="triangle" w="med" len="med"/>
          </a:ln>
        </p:spPr>
      </p:cxnSp>
      <p:cxnSp>
        <p:nvCxnSpPr>
          <p:cNvPr id="98" name="Connettore 2 28"/>
          <p:cNvCxnSpPr/>
          <p:nvPr/>
        </p:nvCxnSpPr>
        <p:spPr>
          <a:xfrm>
            <a:off x="6647760" y="5943240"/>
            <a:ext cx="770400" cy="360"/>
          </a:xfrm>
          <a:prstGeom prst="straightConnector1">
            <a:avLst/>
          </a:prstGeom>
          <a:ln>
            <a:solidFill>
              <a:srgbClr val="000000"/>
            </a:solidFill>
            <a:tailEnd type="triangle" w="med" len="med"/>
          </a:ln>
        </p:spPr>
      </p:cxnSp>
      <p:sp>
        <p:nvSpPr>
          <p:cNvPr id="99" name="CasellaDiTesto 29"/>
          <p:cNvSpPr/>
          <p:nvPr/>
        </p:nvSpPr>
        <p:spPr>
          <a:xfrm>
            <a:off x="7462080" y="5480640"/>
            <a:ext cx="914040" cy="914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i="1" u="none" strike="noStrike">
                <a:solidFill>
                  <a:schemeClr val="dk1"/>
                </a:solidFill>
                <a:uFillTx/>
                <a:latin typeface="Fira Sans"/>
              </a:rPr>
              <a:t>Predict target class</a:t>
            </a:r>
            <a:endParaRPr lang="en-US" sz="105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00" name="Freccia in giù 30"/>
          <p:cNvSpPr/>
          <p:nvPr/>
        </p:nvSpPr>
        <p:spPr>
          <a:xfrm>
            <a:off x="5453280" y="3823200"/>
            <a:ext cx="387720" cy="115956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C00000"/>
          </a:solidFill>
          <a:ln>
            <a:solidFill>
              <a:srgbClr val="54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it-IT" sz="1800" b="0" u="none" strike="noStrike">
              <a:solidFill>
                <a:schemeClr val="lt1"/>
              </a:solidFill>
              <a:uFillTx/>
              <a:latin typeface="Verdana"/>
            </a:endParaRPr>
          </a:p>
        </p:txBody>
      </p:sp>
      <p:sp>
        <p:nvSpPr>
          <p:cNvPr id="101" name="CasellaDiTesto 31"/>
          <p:cNvSpPr/>
          <p:nvPr/>
        </p:nvSpPr>
        <p:spPr>
          <a:xfrm>
            <a:off x="5876640" y="3951000"/>
            <a:ext cx="914040" cy="914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i="1" u="none" strike="noStrike">
                <a:solidFill>
                  <a:schemeClr val="dk1"/>
                </a:solidFill>
                <a:uFillTx/>
                <a:latin typeface="Fira Sans"/>
              </a:rPr>
              <a:t>Transfer weights</a:t>
            </a:r>
            <a:endParaRPr lang="en-US" sz="105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5D751952-C6C1-4105-B890-9C8ACE7FBB54}" type="slidenum">
              <a:t>4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 type="title"/>
          </p:nvPr>
        </p:nvSpPr>
        <p:spPr>
          <a:xfrm>
            <a:off x="0" y="192960"/>
            <a:ext cx="7886520" cy="988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defTabSz="685800">
              <a:lnSpc>
                <a:spcPct val="90000"/>
              </a:lnSpc>
              <a:buNone/>
            </a:pPr>
            <a:r>
              <a:rPr lang="it-IT" sz="2800" b="1" u="none" strike="noStrike">
                <a:solidFill>
                  <a:schemeClr val="dk1">
                    <a:lumMod val="85000"/>
                    <a:lumOff val="15000"/>
                  </a:schemeClr>
                </a:solidFill>
                <a:uFillTx/>
                <a:latin typeface="Roboto Slab"/>
                <a:ea typeface="Roboto Slab"/>
              </a:rPr>
              <a:t>Self-supervised pre-text tasks: Jigsaw</a:t>
            </a:r>
            <a:endParaRPr lang="it-IT" sz="2800" b="0" u="none" strike="noStrike">
              <a:solidFill>
                <a:schemeClr val="dk1"/>
              </a:solidFill>
              <a:uFillTx/>
              <a:latin typeface="Verdana"/>
            </a:endParaRPr>
          </a:p>
        </p:txBody>
      </p:sp>
      <p:sp>
        <p:nvSpPr>
          <p:cNvPr id="103" name="PlaceHolder 2"/>
          <p:cNvSpPr>
            <a:spLocks noGrp="1"/>
          </p:cNvSpPr>
          <p:nvPr>
            <p:ph/>
          </p:nvPr>
        </p:nvSpPr>
        <p:spPr>
          <a:xfrm>
            <a:off x="801000" y="3907440"/>
            <a:ext cx="7886520" cy="429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685800">
              <a:lnSpc>
                <a:spcPct val="90000"/>
              </a:lnSpc>
              <a:spcBef>
                <a:spcPts val="751"/>
              </a:spcBef>
              <a:buNone/>
              <a:tabLst>
                <a:tab pos="0" algn="l"/>
              </a:tabLst>
            </a:pPr>
            <a:r>
              <a:rPr lang="it-IT" sz="1050" b="0" u="none" strike="noStrike">
                <a:solidFill>
                  <a:srgbClr val="222222"/>
                </a:solidFill>
                <a:uFillTx/>
                <a:latin typeface="Arial"/>
              </a:rPr>
              <a:t>Noroozi, Mehdi, and Paolo Favaro. "Unsupervised learning of visual representations by solving jigsaw puzzles." </a:t>
            </a:r>
            <a:r>
              <a:rPr lang="it-IT" sz="1050" b="0" i="1" u="none" strike="noStrike">
                <a:solidFill>
                  <a:srgbClr val="222222"/>
                </a:solidFill>
                <a:uFillTx/>
                <a:latin typeface="Arial"/>
              </a:rPr>
              <a:t>European conference on computer vision</a:t>
            </a:r>
            <a:r>
              <a:rPr lang="it-IT" sz="1050" b="0" u="none" strike="noStrike">
                <a:solidFill>
                  <a:srgbClr val="222222"/>
                </a:solidFill>
                <a:uFillTx/>
                <a:latin typeface="Arial"/>
              </a:rPr>
              <a:t>. Cham: Springer International Publishing, 2016.</a:t>
            </a:r>
            <a:endParaRPr lang="it-IT" sz="1050" b="0" u="none" strike="noStrike">
              <a:solidFill>
                <a:schemeClr val="dk1">
                  <a:lumMod val="65000"/>
                  <a:lumOff val="35000"/>
                </a:schemeClr>
              </a:solidFill>
              <a:uFillTx/>
              <a:latin typeface="Fira Sans Medium"/>
            </a:endParaRPr>
          </a:p>
        </p:txBody>
      </p:sp>
      <p:pic>
        <p:nvPicPr>
          <p:cNvPr id="104" name="Immagine 8"/>
          <p:cNvPicPr/>
          <p:nvPr/>
        </p:nvPicPr>
        <p:blipFill>
          <a:blip r:embed="rId2"/>
          <a:stretch/>
        </p:blipFill>
        <p:spPr>
          <a:xfrm>
            <a:off x="66240" y="1353960"/>
            <a:ext cx="8693280" cy="2463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" name="PlaceHolder 3"/>
          <p:cNvSpPr>
            <a:spLocks noGrp="1"/>
          </p:cNvSpPr>
          <p:nvPr>
            <p:ph type="sldNum" idx="4"/>
          </p:nvPr>
        </p:nvSpPr>
        <p:spPr/>
        <p:txBody>
          <a:bodyPr/>
          <a:lstStyle/>
          <a:p>
            <a:fld id="{795AA7A2-1197-48E7-8D8F-EBD08D0C0AA7}" type="slidenum">
              <a:t>5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Immagine 12"/>
          <p:cNvPicPr/>
          <p:nvPr/>
        </p:nvPicPr>
        <p:blipFill>
          <a:blip r:embed="rId2"/>
          <a:stretch/>
        </p:blipFill>
        <p:spPr>
          <a:xfrm>
            <a:off x="1949400" y="1061640"/>
            <a:ext cx="5244840" cy="3835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6" name="Titolo 2"/>
          <p:cNvSpPr/>
          <p:nvPr/>
        </p:nvSpPr>
        <p:spPr>
          <a:xfrm>
            <a:off x="0" y="192960"/>
            <a:ext cx="8964720" cy="988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Autofit/>
          </a:bodyPr>
          <a:lstStyle/>
          <a:p>
            <a:pPr defTabSz="685800">
              <a:lnSpc>
                <a:spcPct val="90000"/>
              </a:lnSpc>
            </a:pPr>
            <a:r>
              <a:rPr lang="it-IT" sz="2800" b="1" u="none" strike="noStrike">
                <a:solidFill>
                  <a:schemeClr val="dk1">
                    <a:lumMod val="85000"/>
                    <a:lumOff val="15000"/>
                  </a:schemeClr>
                </a:solidFill>
                <a:uFillTx/>
                <a:latin typeface="Roboto Slab"/>
                <a:ea typeface="Roboto Slab"/>
              </a:rPr>
              <a:t>Self-supervised pre-text tasks: Patch position</a:t>
            </a:r>
            <a:endParaRPr lang="en-US" sz="28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07" name="CasellaDiTesto 9"/>
          <p:cNvSpPr/>
          <p:nvPr/>
        </p:nvSpPr>
        <p:spPr>
          <a:xfrm>
            <a:off x="2191680" y="2551680"/>
            <a:ext cx="4634640" cy="369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endParaRPr lang="it-IT" sz="1800" b="0" u="none" strike="noStrike">
              <a:solidFill>
                <a:schemeClr val="dk1"/>
              </a:solidFill>
              <a:uFillTx/>
              <a:latin typeface="Verdana"/>
            </a:endParaRPr>
          </a:p>
        </p:txBody>
      </p:sp>
      <p:sp>
        <p:nvSpPr>
          <p:cNvPr id="108" name="PlaceHolder 1"/>
          <p:cNvSpPr>
            <a:spLocks noGrp="1"/>
          </p:cNvSpPr>
          <p:nvPr>
            <p:ph/>
          </p:nvPr>
        </p:nvSpPr>
        <p:spPr>
          <a:xfrm>
            <a:off x="128520" y="5013720"/>
            <a:ext cx="9253800" cy="429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685800">
              <a:lnSpc>
                <a:spcPct val="90000"/>
              </a:lnSpc>
              <a:spcBef>
                <a:spcPts val="751"/>
              </a:spcBef>
              <a:buNone/>
              <a:tabLst>
                <a:tab pos="0" algn="l"/>
              </a:tabLst>
            </a:pPr>
            <a:r>
              <a:rPr lang="it-IT" sz="1050" b="0" u="none" strike="noStrike">
                <a:solidFill>
                  <a:srgbClr val="222222"/>
                </a:solidFill>
                <a:uFillTx/>
                <a:latin typeface="Arial"/>
              </a:rPr>
              <a:t>Doersch, Carl, Abhinav Gupta, and Alexei A. Efros. "Unsupervised visual representation learning by context prediction." </a:t>
            </a:r>
            <a:r>
              <a:rPr lang="it-IT" sz="1050" b="0" i="1" u="none" strike="noStrike">
                <a:solidFill>
                  <a:srgbClr val="222222"/>
                </a:solidFill>
                <a:uFillTx/>
                <a:latin typeface="Arial"/>
              </a:rPr>
              <a:t>Proceedings of the IEEE international conference on computer vision</a:t>
            </a:r>
            <a:r>
              <a:rPr lang="it-IT" sz="1050" b="0" u="none" strike="noStrike">
                <a:solidFill>
                  <a:srgbClr val="222222"/>
                </a:solidFill>
                <a:uFillTx/>
                <a:latin typeface="Arial"/>
              </a:rPr>
              <a:t>. 2015.</a:t>
            </a:r>
            <a:endParaRPr lang="it-IT" sz="1050" b="0" u="none" strike="noStrike">
              <a:solidFill>
                <a:schemeClr val="dk1">
                  <a:lumMod val="65000"/>
                  <a:lumOff val="35000"/>
                </a:schemeClr>
              </a:solidFill>
              <a:uFillTx/>
              <a:latin typeface="Fira Sans Medium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4"/>
          </p:nvPr>
        </p:nvSpPr>
        <p:spPr/>
        <p:txBody>
          <a:bodyPr/>
          <a:lstStyle/>
          <a:p>
            <a:fld id="{AE6EA690-FE74-4297-AFB3-F4980A78A0CC}" type="slidenum">
              <a:t>6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Titolo 2"/>
          <p:cNvSpPr/>
          <p:nvPr/>
        </p:nvSpPr>
        <p:spPr>
          <a:xfrm>
            <a:off x="0" y="192960"/>
            <a:ext cx="8964720" cy="988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Autofit/>
          </a:bodyPr>
          <a:lstStyle/>
          <a:p>
            <a:pPr defTabSz="685800">
              <a:lnSpc>
                <a:spcPct val="90000"/>
              </a:lnSpc>
            </a:pPr>
            <a:r>
              <a:rPr lang="it-IT" sz="2800" b="1" u="none" strike="noStrike">
                <a:solidFill>
                  <a:schemeClr val="dk1">
                    <a:lumMod val="85000"/>
                    <a:lumOff val="15000"/>
                  </a:schemeClr>
                </a:solidFill>
                <a:uFillTx/>
                <a:latin typeface="Roboto Slab"/>
                <a:ea typeface="Roboto Slab"/>
              </a:rPr>
              <a:t>Self-supervised pre-text tasks: Impainting</a:t>
            </a:r>
            <a:endParaRPr lang="en-US" sz="28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10" name="PlaceHolder 1"/>
          <p:cNvSpPr>
            <a:spLocks noGrp="1"/>
          </p:cNvSpPr>
          <p:nvPr>
            <p:ph/>
          </p:nvPr>
        </p:nvSpPr>
        <p:spPr>
          <a:xfrm>
            <a:off x="266400" y="4835520"/>
            <a:ext cx="8877240" cy="429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685800">
              <a:lnSpc>
                <a:spcPct val="90000"/>
              </a:lnSpc>
              <a:spcBef>
                <a:spcPts val="751"/>
              </a:spcBef>
              <a:buNone/>
              <a:tabLst>
                <a:tab pos="0" algn="l"/>
              </a:tabLst>
            </a:pPr>
            <a:r>
              <a:rPr lang="en-US" sz="1050" b="0" u="none" strike="noStrike">
                <a:solidFill>
                  <a:srgbClr val="222222"/>
                </a:solidFill>
                <a:uFillTx/>
                <a:latin typeface="Arial"/>
              </a:rPr>
              <a:t>Pathak, Deepak, et al. "Context encoders: Feature learning by inpainting." </a:t>
            </a:r>
            <a:r>
              <a:rPr lang="en-US" sz="1050" b="0" i="1" u="none" strike="noStrike">
                <a:solidFill>
                  <a:srgbClr val="222222"/>
                </a:solidFill>
                <a:uFillTx/>
                <a:latin typeface="Arial"/>
              </a:rPr>
              <a:t>Proceedings of the IEEE conference on computer vision and pattern recognition</a:t>
            </a:r>
            <a:r>
              <a:rPr lang="en-US" sz="1050" b="0" u="none" strike="noStrike">
                <a:solidFill>
                  <a:srgbClr val="222222"/>
                </a:solidFill>
                <a:uFillTx/>
                <a:latin typeface="Arial"/>
              </a:rPr>
              <a:t>. 2016.</a:t>
            </a:r>
            <a:endParaRPr lang="it-IT" sz="1050" b="0" u="none" strike="noStrike">
              <a:solidFill>
                <a:schemeClr val="dk1">
                  <a:lumMod val="65000"/>
                  <a:lumOff val="35000"/>
                </a:schemeClr>
              </a:solidFill>
              <a:uFillTx/>
              <a:latin typeface="Fira Sans Medium"/>
            </a:endParaRPr>
          </a:p>
        </p:txBody>
      </p:sp>
      <p:pic>
        <p:nvPicPr>
          <p:cNvPr id="111" name="Immagine 3"/>
          <p:cNvPicPr/>
          <p:nvPr/>
        </p:nvPicPr>
        <p:blipFill>
          <a:blip r:embed="rId2"/>
          <a:stretch/>
        </p:blipFill>
        <p:spPr>
          <a:xfrm>
            <a:off x="0" y="1181520"/>
            <a:ext cx="9143640" cy="3402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" name="PlaceHolder 2"/>
          <p:cNvSpPr>
            <a:spLocks noGrp="1"/>
          </p:cNvSpPr>
          <p:nvPr>
            <p:ph type="sldNum" idx="4"/>
          </p:nvPr>
        </p:nvSpPr>
        <p:spPr/>
        <p:txBody>
          <a:bodyPr/>
          <a:lstStyle/>
          <a:p>
            <a:fld id="{F23D983A-66CA-4452-B338-E199C1D0F1D5}" type="slidenum">
              <a:t>7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PlaceHolder 1"/>
          <p:cNvSpPr>
            <a:spLocks noGrp="1"/>
          </p:cNvSpPr>
          <p:nvPr>
            <p:ph type="title"/>
          </p:nvPr>
        </p:nvSpPr>
        <p:spPr>
          <a:xfrm>
            <a:off x="628560" y="365040"/>
            <a:ext cx="7886520" cy="988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defTabSz="685800">
              <a:lnSpc>
                <a:spcPct val="90000"/>
              </a:lnSpc>
              <a:buNone/>
            </a:pPr>
            <a:r>
              <a:rPr lang="en-US" sz="2800" b="1" u="none" strike="noStrike">
                <a:solidFill>
                  <a:schemeClr val="dk1">
                    <a:lumMod val="85000"/>
                    <a:lumOff val="15000"/>
                  </a:schemeClr>
                </a:solidFill>
                <a:uFillTx/>
                <a:latin typeface="Roboto Slab"/>
                <a:ea typeface="Roboto Slab"/>
              </a:rPr>
              <a:t>What will you do in this lab?</a:t>
            </a:r>
            <a:endParaRPr lang="it-IT" sz="2800" b="0" u="none" strike="noStrike">
              <a:solidFill>
                <a:schemeClr val="dk1"/>
              </a:solidFill>
              <a:uFillTx/>
              <a:latin typeface="Verdana"/>
            </a:endParaRPr>
          </a:p>
        </p:txBody>
      </p:sp>
      <p:sp>
        <p:nvSpPr>
          <p:cNvPr id="113" name="PlaceHolder 2"/>
          <p:cNvSpPr>
            <a:spLocks noGrp="1"/>
          </p:cNvSpPr>
          <p:nvPr>
            <p:ph/>
          </p:nvPr>
        </p:nvSpPr>
        <p:spPr>
          <a:xfrm>
            <a:off x="396720" y="298800"/>
            <a:ext cx="7886520" cy="6193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lstStyle/>
          <a:p>
            <a:pPr marL="343080" indent="-343080" defTabSz="685800">
              <a:lnSpc>
                <a:spcPct val="150000"/>
              </a:lnSpc>
              <a:spcBef>
                <a:spcPts val="751"/>
              </a:spcBef>
              <a:buClr>
                <a:srgbClr val="262626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>
                    <a:lumMod val="65000"/>
                    <a:lumOff val="35000"/>
                  </a:schemeClr>
                </a:solidFill>
                <a:uFillTx/>
                <a:latin typeface="Fira Sans Medium"/>
              </a:rPr>
              <a:t>Exploiting CIFAR10 with four different cardinalities</a:t>
            </a:r>
            <a:endParaRPr lang="it-IT" sz="2000" b="0" u="none" strike="noStrike">
              <a:solidFill>
                <a:schemeClr val="dk1">
                  <a:lumMod val="65000"/>
                  <a:lumOff val="35000"/>
                </a:schemeClr>
              </a:solidFill>
              <a:uFillTx/>
              <a:latin typeface="Fira Sans Medium"/>
            </a:endParaRPr>
          </a:p>
          <a:p>
            <a:pPr marL="857160" lvl="1" indent="-343080" defTabSz="685800">
              <a:lnSpc>
                <a:spcPct val="150000"/>
              </a:lnSpc>
              <a:spcBef>
                <a:spcPts val="374"/>
              </a:spcBef>
              <a:buClr>
                <a:srgbClr val="595959"/>
              </a:buClr>
              <a:buFont typeface="Arial"/>
              <a:buChar char="•"/>
            </a:pPr>
            <a:r>
              <a:rPr lang="en-US" sz="1600" b="0" u="none" strike="noStrike">
                <a:solidFill>
                  <a:schemeClr val="dk1">
                    <a:lumMod val="65000"/>
                    <a:lumOff val="35000"/>
                  </a:schemeClr>
                </a:solidFill>
                <a:uFillTx/>
                <a:latin typeface="Fira Sans"/>
              </a:rPr>
              <a:t>2000 images;</a:t>
            </a:r>
            <a:endParaRPr lang="it-IT" sz="1600" b="0" u="none" strike="noStrike">
              <a:solidFill>
                <a:schemeClr val="dk1">
                  <a:lumMod val="65000"/>
                  <a:lumOff val="35000"/>
                </a:schemeClr>
              </a:solidFill>
              <a:uFillTx/>
              <a:latin typeface="Fira Sans"/>
            </a:endParaRPr>
          </a:p>
          <a:p>
            <a:pPr marL="857160" lvl="1" indent="-343080" defTabSz="685800">
              <a:lnSpc>
                <a:spcPct val="150000"/>
              </a:lnSpc>
              <a:spcBef>
                <a:spcPts val="374"/>
              </a:spcBef>
              <a:buClr>
                <a:srgbClr val="595959"/>
              </a:buClr>
              <a:buFont typeface="Arial"/>
              <a:buChar char="•"/>
            </a:pPr>
            <a:r>
              <a:rPr lang="en-US" sz="1600" b="0" u="none" strike="noStrike">
                <a:solidFill>
                  <a:schemeClr val="dk1">
                    <a:lumMod val="65000"/>
                    <a:lumOff val="35000"/>
                  </a:schemeClr>
                </a:solidFill>
                <a:uFillTx/>
                <a:latin typeface="Fira Sans"/>
              </a:rPr>
              <a:t>5000 images;</a:t>
            </a:r>
            <a:endParaRPr lang="it-IT" sz="1600" b="0" u="none" strike="noStrike">
              <a:solidFill>
                <a:schemeClr val="dk1">
                  <a:lumMod val="65000"/>
                  <a:lumOff val="35000"/>
                </a:schemeClr>
              </a:solidFill>
              <a:uFillTx/>
              <a:latin typeface="Fira Sans"/>
            </a:endParaRPr>
          </a:p>
          <a:p>
            <a:pPr marL="857160" lvl="1" indent="-343080" defTabSz="685800">
              <a:lnSpc>
                <a:spcPct val="150000"/>
              </a:lnSpc>
              <a:spcBef>
                <a:spcPts val="374"/>
              </a:spcBef>
              <a:buClr>
                <a:srgbClr val="595959"/>
              </a:buClr>
              <a:buFont typeface="Arial"/>
              <a:buChar char="•"/>
            </a:pPr>
            <a:r>
              <a:rPr lang="en-US" sz="1600" b="0" u="none" strike="noStrike">
                <a:solidFill>
                  <a:schemeClr val="dk1">
                    <a:lumMod val="65000"/>
                    <a:lumOff val="35000"/>
                  </a:schemeClr>
                </a:solidFill>
                <a:uFillTx/>
                <a:latin typeface="Fira Sans"/>
              </a:rPr>
              <a:t>10000 images;</a:t>
            </a:r>
            <a:endParaRPr lang="it-IT" sz="1600" b="0" u="none" strike="noStrike">
              <a:solidFill>
                <a:schemeClr val="dk1">
                  <a:lumMod val="65000"/>
                  <a:lumOff val="35000"/>
                </a:schemeClr>
              </a:solidFill>
              <a:uFillTx/>
              <a:latin typeface="Fira Sans"/>
            </a:endParaRPr>
          </a:p>
          <a:p>
            <a:pPr marL="857160" lvl="1" indent="-343080" defTabSz="685800">
              <a:lnSpc>
                <a:spcPct val="150000"/>
              </a:lnSpc>
              <a:spcBef>
                <a:spcPts val="374"/>
              </a:spcBef>
              <a:buClr>
                <a:srgbClr val="595959"/>
              </a:buClr>
              <a:buFont typeface="Arial"/>
              <a:buChar char="•"/>
            </a:pPr>
            <a:r>
              <a:rPr lang="en-US" sz="1600" b="0" u="none" strike="noStrike">
                <a:solidFill>
                  <a:schemeClr val="dk1">
                    <a:lumMod val="65000"/>
                    <a:lumOff val="35000"/>
                  </a:schemeClr>
                </a:solidFill>
                <a:uFillTx/>
                <a:latin typeface="Fira Sans"/>
              </a:rPr>
              <a:t>Full dataset. </a:t>
            </a:r>
            <a:endParaRPr lang="it-IT" sz="1600" b="0" u="none" strike="noStrike">
              <a:solidFill>
                <a:schemeClr val="dk1">
                  <a:lumMod val="65000"/>
                  <a:lumOff val="35000"/>
                </a:schemeClr>
              </a:solidFill>
              <a:uFillTx/>
              <a:latin typeface="Fira Sans"/>
            </a:endParaRPr>
          </a:p>
          <a:p>
            <a:pPr marL="343080" indent="-343080" defTabSz="685800">
              <a:lnSpc>
                <a:spcPct val="150000"/>
              </a:lnSpc>
              <a:spcBef>
                <a:spcPts val="751"/>
              </a:spcBef>
              <a:buClr>
                <a:srgbClr val="262626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>
                    <a:lumMod val="65000"/>
                    <a:lumOff val="35000"/>
                  </a:schemeClr>
                </a:solidFill>
                <a:uFillTx/>
                <a:latin typeface="Fira Sans Medium"/>
              </a:rPr>
              <a:t>Implementing a rotation pre-text task;</a:t>
            </a:r>
            <a:endParaRPr lang="it-IT" sz="2000" b="0" u="none" strike="noStrike">
              <a:solidFill>
                <a:schemeClr val="dk1">
                  <a:lumMod val="65000"/>
                  <a:lumOff val="35000"/>
                </a:schemeClr>
              </a:solidFill>
              <a:uFillTx/>
              <a:latin typeface="Fira Sans Medium"/>
            </a:endParaRPr>
          </a:p>
          <a:p>
            <a:pPr marL="343080" indent="-343080" defTabSz="685800">
              <a:lnSpc>
                <a:spcPct val="150000"/>
              </a:lnSpc>
              <a:spcBef>
                <a:spcPts val="751"/>
              </a:spcBef>
              <a:buClr>
                <a:srgbClr val="262626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>
                    <a:lumMod val="65000"/>
                    <a:lumOff val="35000"/>
                  </a:schemeClr>
                </a:solidFill>
                <a:uFillTx/>
                <a:latin typeface="Fira Sans Medium"/>
              </a:rPr>
              <a:t>Fine-tuning the resulting model on CIFAR10 subsets;</a:t>
            </a:r>
            <a:endParaRPr lang="it-IT" sz="2000" b="0" u="none" strike="noStrike">
              <a:solidFill>
                <a:schemeClr val="dk1">
                  <a:lumMod val="65000"/>
                  <a:lumOff val="35000"/>
                </a:schemeClr>
              </a:solidFill>
              <a:uFillTx/>
              <a:latin typeface="Fira Sans Medium"/>
            </a:endParaRPr>
          </a:p>
          <a:p>
            <a:pPr marL="343080" indent="-343080" defTabSz="685800">
              <a:lnSpc>
                <a:spcPct val="150000"/>
              </a:lnSpc>
              <a:spcBef>
                <a:spcPts val="751"/>
              </a:spcBef>
              <a:buClr>
                <a:srgbClr val="262626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>
                    <a:lumMod val="65000"/>
                    <a:lumOff val="35000"/>
                  </a:schemeClr>
                </a:solidFill>
                <a:uFillTx/>
                <a:latin typeface="Fira Sans Medium"/>
              </a:rPr>
              <a:t>Compare to training from scratch. </a:t>
            </a:r>
            <a:endParaRPr lang="it-IT" sz="2000" b="0" u="none" strike="noStrike">
              <a:solidFill>
                <a:schemeClr val="dk1">
                  <a:lumMod val="65000"/>
                  <a:lumOff val="35000"/>
                </a:schemeClr>
              </a:solidFill>
              <a:uFillTx/>
              <a:latin typeface="Fira Sans Medium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4"/>
          </p:nvPr>
        </p:nvSpPr>
        <p:spPr/>
        <p:txBody>
          <a:bodyPr/>
          <a:lstStyle/>
          <a:p>
            <a:fld id="{2AF944AE-2A74-47D1-BBD8-F10E08637613}" type="slidenum">
              <a:t>8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ma di Office">
  <a:themeElements>
    <a:clrScheme name="MaLGa">
      <a:dk1>
        <a:srgbClr val="000000"/>
      </a:dk1>
      <a:lt1>
        <a:srgbClr val="FFFFFF"/>
      </a:lt1>
      <a:dk2>
        <a:srgbClr val="000000"/>
      </a:dk2>
      <a:lt2>
        <a:srgbClr val="E7E6E6"/>
      </a:lt2>
      <a:accent1>
        <a:srgbClr val="C00000"/>
      </a:accent1>
      <a:accent2>
        <a:srgbClr val="C00000"/>
      </a:accent2>
      <a:accent3>
        <a:srgbClr val="C00000"/>
      </a:accent3>
      <a:accent4>
        <a:srgbClr val="C00000"/>
      </a:accent4>
      <a:accent5>
        <a:srgbClr val="C00000"/>
      </a:accent5>
      <a:accent6>
        <a:srgbClr val="FE6767"/>
      </a:accent6>
      <a:hlink>
        <a:srgbClr val="C00000"/>
      </a:hlink>
      <a:folHlink>
        <a:srgbClr val="E7E6E6"/>
      </a:folHlink>
    </a:clrScheme>
    <a:fontScheme name="Consolas-Verdana">
      <a:majorFont>
        <a:latin typeface="Consolas" panose="020B0609020204030204"/>
        <a:ea typeface=""/>
        <a:cs typeface=""/>
      </a:majorFont>
      <a:minorFont>
        <a:latin typeface="Verdana" panose="020B0604030504040204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i Office">
  <a:themeElements>
    <a:clrScheme name="MaLGa">
      <a:dk1>
        <a:srgbClr val="000000"/>
      </a:dk1>
      <a:lt1>
        <a:srgbClr val="FFFFFF"/>
      </a:lt1>
      <a:dk2>
        <a:srgbClr val="000000"/>
      </a:dk2>
      <a:lt2>
        <a:srgbClr val="E7E6E6"/>
      </a:lt2>
      <a:accent1>
        <a:srgbClr val="C00000"/>
      </a:accent1>
      <a:accent2>
        <a:srgbClr val="C00000"/>
      </a:accent2>
      <a:accent3>
        <a:srgbClr val="C00000"/>
      </a:accent3>
      <a:accent4>
        <a:srgbClr val="C00000"/>
      </a:accent4>
      <a:accent5>
        <a:srgbClr val="C00000"/>
      </a:accent5>
      <a:accent6>
        <a:srgbClr val="FE6767"/>
      </a:accent6>
      <a:hlink>
        <a:srgbClr val="C00000"/>
      </a:hlink>
      <a:folHlink>
        <a:srgbClr val="E7E6E6"/>
      </a:folHlink>
    </a:clrScheme>
    <a:fontScheme name="Consolas-Verdana">
      <a:majorFont>
        <a:latin typeface="Consolas" panose="020B0609020204030204"/>
        <a:ea typeface=""/>
        <a:cs typeface=""/>
      </a:majorFont>
      <a:minorFont>
        <a:latin typeface="Verdana" panose="020B0604030504040204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ema di Office">
  <a:themeElements>
    <a:clrScheme name="MaLGa">
      <a:dk1>
        <a:srgbClr val="000000"/>
      </a:dk1>
      <a:lt1>
        <a:srgbClr val="FFFFFF"/>
      </a:lt1>
      <a:dk2>
        <a:srgbClr val="000000"/>
      </a:dk2>
      <a:lt2>
        <a:srgbClr val="E7E6E6"/>
      </a:lt2>
      <a:accent1>
        <a:srgbClr val="C00000"/>
      </a:accent1>
      <a:accent2>
        <a:srgbClr val="C00000"/>
      </a:accent2>
      <a:accent3>
        <a:srgbClr val="C00000"/>
      </a:accent3>
      <a:accent4>
        <a:srgbClr val="C00000"/>
      </a:accent4>
      <a:accent5>
        <a:srgbClr val="C00000"/>
      </a:accent5>
      <a:accent6>
        <a:srgbClr val="FE6767"/>
      </a:accent6>
      <a:hlink>
        <a:srgbClr val="C00000"/>
      </a:hlink>
      <a:folHlink>
        <a:srgbClr val="E7E6E6"/>
      </a:folHlink>
    </a:clrScheme>
    <a:fontScheme name="Consolas-Verdana">
      <a:majorFont>
        <a:latin typeface="Consolas" panose="020B0609020204030204"/>
        <a:ea typeface=""/>
        <a:cs typeface=""/>
      </a:majorFont>
      <a:minorFont>
        <a:latin typeface="Verdana" panose="020B0604030504040204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Tema di Office">
  <a:themeElements>
    <a:clrScheme name="MaLGa">
      <a:dk1>
        <a:srgbClr val="000000"/>
      </a:dk1>
      <a:lt1>
        <a:srgbClr val="FFFFFF"/>
      </a:lt1>
      <a:dk2>
        <a:srgbClr val="000000"/>
      </a:dk2>
      <a:lt2>
        <a:srgbClr val="E7E6E6"/>
      </a:lt2>
      <a:accent1>
        <a:srgbClr val="C00000"/>
      </a:accent1>
      <a:accent2>
        <a:srgbClr val="C00000"/>
      </a:accent2>
      <a:accent3>
        <a:srgbClr val="C00000"/>
      </a:accent3>
      <a:accent4>
        <a:srgbClr val="C00000"/>
      </a:accent4>
      <a:accent5>
        <a:srgbClr val="C00000"/>
      </a:accent5>
      <a:accent6>
        <a:srgbClr val="FE6767"/>
      </a:accent6>
      <a:hlink>
        <a:srgbClr val="C00000"/>
      </a:hlink>
      <a:folHlink>
        <a:srgbClr val="E7E6E6"/>
      </a:folHlink>
    </a:clrScheme>
    <a:fontScheme name="Consolas-Verdana">
      <a:majorFont>
        <a:latin typeface="Consolas" panose="020B0609020204030204"/>
        <a:ea typeface=""/>
        <a:cs typeface=""/>
      </a:majorFont>
      <a:minorFont>
        <a:latin typeface="Verdana" panose="020B0604030504040204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Tema di Office">
  <a:themeElements>
    <a:clrScheme name="MaLGa">
      <a:dk1>
        <a:srgbClr val="000000"/>
      </a:dk1>
      <a:lt1>
        <a:srgbClr val="FFFFFF"/>
      </a:lt1>
      <a:dk2>
        <a:srgbClr val="000000"/>
      </a:dk2>
      <a:lt2>
        <a:srgbClr val="E7E6E6"/>
      </a:lt2>
      <a:accent1>
        <a:srgbClr val="C00000"/>
      </a:accent1>
      <a:accent2>
        <a:srgbClr val="C00000"/>
      </a:accent2>
      <a:accent3>
        <a:srgbClr val="C00000"/>
      </a:accent3>
      <a:accent4>
        <a:srgbClr val="C00000"/>
      </a:accent4>
      <a:accent5>
        <a:srgbClr val="C00000"/>
      </a:accent5>
      <a:accent6>
        <a:srgbClr val="FE6767"/>
      </a:accent6>
      <a:hlink>
        <a:srgbClr val="C00000"/>
      </a:hlink>
      <a:folHlink>
        <a:srgbClr val="E7E6E6"/>
      </a:folHlink>
    </a:clrScheme>
    <a:fontScheme name="Consolas-Verdana">
      <a:majorFont>
        <a:latin typeface="Consolas" panose="020B0609020204030204"/>
        <a:ea typeface=""/>
        <a:cs typeface=""/>
      </a:majorFont>
      <a:minorFont>
        <a:latin typeface="Verdana" panose="020B0604030504040204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Tema di Office">
  <a:themeElements>
    <a:clrScheme name="MaLGa">
      <a:dk1>
        <a:srgbClr val="000000"/>
      </a:dk1>
      <a:lt1>
        <a:srgbClr val="FFFFFF"/>
      </a:lt1>
      <a:dk2>
        <a:srgbClr val="000000"/>
      </a:dk2>
      <a:lt2>
        <a:srgbClr val="E7E6E6"/>
      </a:lt2>
      <a:accent1>
        <a:srgbClr val="C00000"/>
      </a:accent1>
      <a:accent2>
        <a:srgbClr val="C00000"/>
      </a:accent2>
      <a:accent3>
        <a:srgbClr val="C00000"/>
      </a:accent3>
      <a:accent4>
        <a:srgbClr val="C00000"/>
      </a:accent4>
      <a:accent5>
        <a:srgbClr val="C00000"/>
      </a:accent5>
      <a:accent6>
        <a:srgbClr val="FE6767"/>
      </a:accent6>
      <a:hlink>
        <a:srgbClr val="C00000"/>
      </a:hlink>
      <a:folHlink>
        <a:srgbClr val="E7E6E6"/>
      </a:folHlink>
    </a:clrScheme>
    <a:fontScheme name="Consolas-Verdana">
      <a:majorFont>
        <a:latin typeface="Consolas" panose="020B0609020204030204"/>
        <a:ea typeface=""/>
        <a:cs typeface=""/>
      </a:majorFont>
      <a:minorFont>
        <a:latin typeface="Verdana" panose="020B0604030504040204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7.xml><?xml version="1.0" encoding="utf-8"?>
<a:theme xmlns:a="http://schemas.openxmlformats.org/drawingml/2006/main" name="Tema di Office">
  <a:themeElements>
    <a:clrScheme name="MaLGa">
      <a:dk1>
        <a:srgbClr val="000000"/>
      </a:dk1>
      <a:lt1>
        <a:srgbClr val="FFFFFF"/>
      </a:lt1>
      <a:dk2>
        <a:srgbClr val="000000"/>
      </a:dk2>
      <a:lt2>
        <a:srgbClr val="E7E6E6"/>
      </a:lt2>
      <a:accent1>
        <a:srgbClr val="C00000"/>
      </a:accent1>
      <a:accent2>
        <a:srgbClr val="C00000"/>
      </a:accent2>
      <a:accent3>
        <a:srgbClr val="C00000"/>
      </a:accent3>
      <a:accent4>
        <a:srgbClr val="C00000"/>
      </a:accent4>
      <a:accent5>
        <a:srgbClr val="C00000"/>
      </a:accent5>
      <a:accent6>
        <a:srgbClr val="FE6767"/>
      </a:accent6>
      <a:hlink>
        <a:srgbClr val="C00000"/>
      </a:hlink>
      <a:folHlink>
        <a:srgbClr val="E7E6E6"/>
      </a:folHlink>
    </a:clrScheme>
    <a:fontScheme name="Consolas-Verdana">
      <a:majorFont>
        <a:latin typeface="Consolas" panose="020B0609020204030204"/>
        <a:ea typeface=""/>
        <a:cs typeface=""/>
      </a:majorFont>
      <a:minorFont>
        <a:latin typeface="Verdana" panose="020B0604030504040204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8.xml><?xml version="1.0" encoding="utf-8"?>
<a:theme xmlns:a="http://schemas.openxmlformats.org/drawingml/2006/main" name="Tema di Office">
  <a:themeElements>
    <a:clrScheme name="MaLGa">
      <a:dk1>
        <a:srgbClr val="000000"/>
      </a:dk1>
      <a:lt1>
        <a:srgbClr val="FFFFFF"/>
      </a:lt1>
      <a:dk2>
        <a:srgbClr val="000000"/>
      </a:dk2>
      <a:lt2>
        <a:srgbClr val="E7E6E6"/>
      </a:lt2>
      <a:accent1>
        <a:srgbClr val="C00000"/>
      </a:accent1>
      <a:accent2>
        <a:srgbClr val="C00000"/>
      </a:accent2>
      <a:accent3>
        <a:srgbClr val="C00000"/>
      </a:accent3>
      <a:accent4>
        <a:srgbClr val="C00000"/>
      </a:accent4>
      <a:accent5>
        <a:srgbClr val="C00000"/>
      </a:accent5>
      <a:accent6>
        <a:srgbClr val="FE6767"/>
      </a:accent6>
      <a:hlink>
        <a:srgbClr val="C00000"/>
      </a:hlink>
      <a:folHlink>
        <a:srgbClr val="E7E6E6"/>
      </a:folHlink>
    </a:clrScheme>
    <a:fontScheme name="Consolas-Verdana">
      <a:majorFont>
        <a:latin typeface="Consolas" panose="020B0609020204030204"/>
        <a:ea typeface=""/>
        <a:cs typeface=""/>
      </a:majorFont>
      <a:minorFont>
        <a:latin typeface="Verdana" panose="020B0604030504040204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9.xml><?xml version="1.0" encoding="utf-8"?>
<a:theme xmlns:a="http://schemas.openxmlformats.org/drawingml/2006/main" name="Tema di Office">
  <a:themeElements>
    <a:clrScheme name="MaLGa">
      <a:dk1>
        <a:srgbClr val="000000"/>
      </a:dk1>
      <a:lt1>
        <a:srgbClr val="FFFFFF"/>
      </a:lt1>
      <a:dk2>
        <a:srgbClr val="000000"/>
      </a:dk2>
      <a:lt2>
        <a:srgbClr val="E7E6E6"/>
      </a:lt2>
      <a:accent1>
        <a:srgbClr val="C00000"/>
      </a:accent1>
      <a:accent2>
        <a:srgbClr val="C00000"/>
      </a:accent2>
      <a:accent3>
        <a:srgbClr val="C00000"/>
      </a:accent3>
      <a:accent4>
        <a:srgbClr val="C00000"/>
      </a:accent4>
      <a:accent5>
        <a:srgbClr val="C00000"/>
      </a:accent5>
      <a:accent6>
        <a:srgbClr val="FE6767"/>
      </a:accent6>
      <a:hlink>
        <a:srgbClr val="C00000"/>
      </a:hlink>
      <a:folHlink>
        <a:srgbClr val="E7E6E6"/>
      </a:folHlink>
    </a:clrScheme>
    <a:fontScheme name="Consolas-Verdana">
      <a:majorFont>
        <a:latin typeface="Consolas" panose="020B0609020204030204"/>
        <a:ea typeface=""/>
        <a:cs typeface=""/>
      </a:majorFont>
      <a:minorFont>
        <a:latin typeface="Verdana" panose="020B0604030504040204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10.xml><?xml version="1.0" encoding="utf-8"?>
<a:theme xmlns:a="http://schemas.openxmlformats.org/drawingml/2006/main" name="Tema di Office">
  <a:themeElements>
    <a:clrScheme name="MaLGa">
      <a:dk1>
        <a:srgbClr val="000000"/>
      </a:dk1>
      <a:lt1>
        <a:srgbClr val="FFFFFF"/>
      </a:lt1>
      <a:dk2>
        <a:srgbClr val="000000"/>
      </a:dk2>
      <a:lt2>
        <a:srgbClr val="E7E6E6"/>
      </a:lt2>
      <a:accent1>
        <a:srgbClr val="C00000"/>
      </a:accent1>
      <a:accent2>
        <a:srgbClr val="C00000"/>
      </a:accent2>
      <a:accent3>
        <a:srgbClr val="C00000"/>
      </a:accent3>
      <a:accent4>
        <a:srgbClr val="C00000"/>
      </a:accent4>
      <a:accent5>
        <a:srgbClr val="C00000"/>
      </a:accent5>
      <a:accent6>
        <a:srgbClr val="FE6767"/>
      </a:accent6>
      <a:hlink>
        <a:srgbClr val="C00000"/>
      </a:hlink>
      <a:folHlink>
        <a:srgbClr val="E7E6E6"/>
      </a:folHlink>
    </a:clrScheme>
    <a:fontScheme name="Consolas-Verdana">
      <a:majorFont>
        <a:latin typeface="Consolas" panose="020B0609020204030204"/>
        <a:ea typeface=""/>
        <a:cs typeface=""/>
      </a:majorFont>
      <a:minorFont>
        <a:latin typeface="Verdana" panose="020B0604030504040204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11.xml><?xml version="1.0" encoding="utf-8"?>
<a:theme xmlns:a="http://schemas.openxmlformats.org/drawingml/2006/main" name="Tema di Office">
  <a:themeElements>
    <a:clrScheme name="MaLGa">
      <a:dk1>
        <a:srgbClr val="000000"/>
      </a:dk1>
      <a:lt1>
        <a:srgbClr val="FFFFFF"/>
      </a:lt1>
      <a:dk2>
        <a:srgbClr val="000000"/>
      </a:dk2>
      <a:lt2>
        <a:srgbClr val="E7E6E6"/>
      </a:lt2>
      <a:accent1>
        <a:srgbClr val="C00000"/>
      </a:accent1>
      <a:accent2>
        <a:srgbClr val="C00000"/>
      </a:accent2>
      <a:accent3>
        <a:srgbClr val="C00000"/>
      </a:accent3>
      <a:accent4>
        <a:srgbClr val="C00000"/>
      </a:accent4>
      <a:accent5>
        <a:srgbClr val="C00000"/>
      </a:accent5>
      <a:accent6>
        <a:srgbClr val="FE6767"/>
      </a:accent6>
      <a:hlink>
        <a:srgbClr val="C00000"/>
      </a:hlink>
      <a:folHlink>
        <a:srgbClr val="E7E6E6"/>
      </a:folHlink>
    </a:clrScheme>
    <a:fontScheme name="Consolas-Verdana">
      <a:majorFont>
        <a:latin typeface="Consolas" panose="020B0609020204030204"/>
        <a:ea typeface=""/>
        <a:cs typeface=""/>
      </a:majorFont>
      <a:minorFont>
        <a:latin typeface="Verdana" panose="020B0604030504040204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12.xml><?xml version="1.0" encoding="utf-8"?>
<a:theme xmlns:a="http://schemas.openxmlformats.org/drawingml/2006/main" name="Tema di Office">
  <a:themeElements>
    <a:clrScheme name="MaLGa">
      <a:dk1>
        <a:srgbClr val="000000"/>
      </a:dk1>
      <a:lt1>
        <a:srgbClr val="FFFFFF"/>
      </a:lt1>
      <a:dk2>
        <a:srgbClr val="000000"/>
      </a:dk2>
      <a:lt2>
        <a:srgbClr val="E7E6E6"/>
      </a:lt2>
      <a:accent1>
        <a:srgbClr val="C00000"/>
      </a:accent1>
      <a:accent2>
        <a:srgbClr val="C00000"/>
      </a:accent2>
      <a:accent3>
        <a:srgbClr val="C00000"/>
      </a:accent3>
      <a:accent4>
        <a:srgbClr val="C00000"/>
      </a:accent4>
      <a:accent5>
        <a:srgbClr val="C00000"/>
      </a:accent5>
      <a:accent6>
        <a:srgbClr val="FE6767"/>
      </a:accent6>
      <a:hlink>
        <a:srgbClr val="C00000"/>
      </a:hlink>
      <a:folHlink>
        <a:srgbClr val="E7E6E6"/>
      </a:folHlink>
    </a:clrScheme>
    <a:fontScheme name="Consolas-Verdana">
      <a:majorFont>
        <a:latin typeface="Consolas" panose="020B0609020204030204"/>
        <a:ea typeface=""/>
        <a:cs typeface=""/>
      </a:majorFont>
      <a:minorFont>
        <a:latin typeface="Verdana" panose="020B0604030504040204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malga_presentazione (2)</Template>
  <TotalTime>62</TotalTime>
  <Words>247</Words>
  <Application>Microsoft Office PowerPoint</Application>
  <PresentationFormat>On-screen Show (4:3)</PresentationFormat>
  <Paragraphs>41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12</vt:i4>
      </vt:variant>
      <vt:variant>
        <vt:lpstr>Slide Titles</vt:lpstr>
      </vt:variant>
      <vt:variant>
        <vt:i4>8</vt:i4>
      </vt:variant>
    </vt:vector>
  </HeadingPairs>
  <TitlesOfParts>
    <vt:vector size="26" baseType="lpstr">
      <vt:lpstr>Arial</vt:lpstr>
      <vt:lpstr>Fira Sans</vt:lpstr>
      <vt:lpstr>Fira Sans Medium</vt:lpstr>
      <vt:lpstr>Roboto Slab</vt:lpstr>
      <vt:lpstr>Times New Roman</vt:lpstr>
      <vt:lpstr>Verdana</vt:lpstr>
      <vt:lpstr>Tema di Office</vt:lpstr>
      <vt:lpstr>Tema di Office</vt:lpstr>
      <vt:lpstr>Tema di Office</vt:lpstr>
      <vt:lpstr>Tema di Office</vt:lpstr>
      <vt:lpstr>Tema di Office</vt:lpstr>
      <vt:lpstr>Tema di Office</vt:lpstr>
      <vt:lpstr>Tema di Office</vt:lpstr>
      <vt:lpstr>Tema di Office</vt:lpstr>
      <vt:lpstr>Tema di Office</vt:lpstr>
      <vt:lpstr>Tema di Office</vt:lpstr>
      <vt:lpstr>Tema di Office</vt:lpstr>
      <vt:lpstr>Tema di Office</vt:lpstr>
      <vt:lpstr>Hands on: Self-supervised learning (1)</vt:lpstr>
      <vt:lpstr>Self-supervised learning </vt:lpstr>
      <vt:lpstr>Self-supervised pre-text tasks: Rotation</vt:lpstr>
      <vt:lpstr>Self-supervised pre-text tasks: Rotation</vt:lpstr>
      <vt:lpstr>Self-supervised pre-text tasks: Jigsaw</vt:lpstr>
      <vt:lpstr>PowerPoint Presentation</vt:lpstr>
      <vt:lpstr>PowerPoint Presentation</vt:lpstr>
      <vt:lpstr>What will you do in this lab?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Hands on: Self-supervised learning </dc:title>
  <dc:subject/>
  <dc:creator>Vito Paolo Pastore</dc:creator>
  <dc:description/>
  <cp:lastModifiedBy>Vito Paolo Pastore</cp:lastModifiedBy>
  <cp:revision>5</cp:revision>
  <cp:lastPrinted>2019-04-15T13:03:12Z</cp:lastPrinted>
  <dcterms:created xsi:type="dcterms:W3CDTF">2024-03-14T17:09:16Z</dcterms:created>
  <dcterms:modified xsi:type="dcterms:W3CDTF">2026-03-20T09:33:32Z</dcterms:modified>
  <dc:language>en-US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Presentazione su schermo (4:3)</vt:lpwstr>
  </property>
  <property fmtid="{D5CDD505-2E9C-101B-9397-08002B2CF9AE}" pid="3" name="Slides">
    <vt:i4>8</vt:i4>
  </property>
</Properties>
</file>